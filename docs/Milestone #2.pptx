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65" r:id="rId3"/>
    <p:sldId id="257" r:id="rId4"/>
    <p:sldId id="261" r:id="rId5"/>
    <p:sldId id="267" r:id="rId6"/>
    <p:sldId id="260" r:id="rId7"/>
    <p:sldId id="262" r:id="rId8"/>
    <p:sldId id="268" r:id="rId9"/>
    <p:sldId id="258" r:id="rId10"/>
    <p:sldId id="264" r:id="rId11"/>
    <p:sldId id="269" r:id="rId12"/>
    <p:sldId id="259" r:id="rId13"/>
    <p:sldId id="263" r:id="rId14"/>
    <p:sldId id="266" r:id="rId15"/>
    <p:sldId id="271" r:id="rId16"/>
    <p:sldId id="272" r:id="rId17"/>
    <p:sldId id="273" r:id="rId18"/>
    <p:sldId id="270"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9F0F08-607C-88FA-90D0-BC82B6802099}" v="686" dt="2025-09-29T20:09:12.527"/>
    <p1510:client id="{495618C5-9D7E-0861-9478-8233CFDB42BC}" v="67" dt="2025-09-29T19:54:24.605"/>
    <p1510:client id="{AFA0CD0E-C26C-8BEB-AE72-A0203B9A054E}" v="908" dt="2025-09-29T20:37:48.301"/>
    <p1510:client id="{D4EE229A-EDB3-479F-FA60-866779FC1634}" v="1066" dt="2025-09-29T20:37:26.005"/>
    <p1510:client id="{DF984019-A3F7-F688-4CB5-89103408C468}" v="2674" dt="2025-09-29T20:35:09.221"/>
    <p1510:client id="{F74517B4-B741-B470-408C-7118B890768D}" v="1717" dt="2025-09-29T20:37:10.0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nesh Kumar, Lakshita" userId="S::lakshita.ganesh_kumar@uconn.edu::8ab877b3-7060-488f-a3f4-f2258aaa5ef2" providerId="AD" clId="Web-{D4EE229A-EDB3-479F-FA60-866779FC1634}"/>
    <pc:docChg chg="addSld delSld modSld sldOrd addMainMaster delMainMaster">
      <pc:chgData name="Ganesh Kumar, Lakshita" userId="S::lakshita.ganesh_kumar@uconn.edu::8ab877b3-7060-488f-a3f4-f2258aaa5ef2" providerId="AD" clId="Web-{D4EE229A-EDB3-479F-FA60-866779FC1634}" dt="2025-09-29T20:37:26.005" v="970" actId="20577"/>
      <pc:docMkLst>
        <pc:docMk/>
      </pc:docMkLst>
      <pc:sldChg chg="addSp modSp mod setBg modClrScheme setClrOvrMap chgLayout">
        <pc:chgData name="Ganesh Kumar, Lakshita" userId="S::lakshita.ganesh_kumar@uconn.edu::8ab877b3-7060-488f-a3f4-f2258aaa5ef2" providerId="AD" clId="Web-{D4EE229A-EDB3-479F-FA60-866779FC1634}" dt="2025-09-29T19:46:11.631" v="34" actId="20577"/>
        <pc:sldMkLst>
          <pc:docMk/>
          <pc:sldMk cId="109857222" sldId="256"/>
        </pc:sldMkLst>
        <pc:spChg chg="mod">
          <ac:chgData name="Ganesh Kumar, Lakshita" userId="S::lakshita.ganesh_kumar@uconn.edu::8ab877b3-7060-488f-a3f4-f2258aaa5ef2" providerId="AD" clId="Web-{D4EE229A-EDB3-479F-FA60-866779FC1634}" dt="2025-09-29T19:46:00.537" v="11" actId="20577"/>
          <ac:spMkLst>
            <pc:docMk/>
            <pc:sldMk cId="109857222" sldId="256"/>
            <ac:spMk id="2" creationId="{00000000-0000-0000-0000-000000000000}"/>
          </ac:spMkLst>
        </pc:spChg>
        <pc:spChg chg="mod">
          <ac:chgData name="Ganesh Kumar, Lakshita" userId="S::lakshita.ganesh_kumar@uconn.edu::8ab877b3-7060-488f-a3f4-f2258aaa5ef2" providerId="AD" clId="Web-{D4EE229A-EDB3-479F-FA60-866779FC1634}" dt="2025-09-29T19:46:11.631" v="34" actId="20577"/>
          <ac:spMkLst>
            <pc:docMk/>
            <pc:sldMk cId="109857222" sldId="256"/>
            <ac:spMk id="3" creationId="{00000000-0000-0000-0000-000000000000}"/>
          </ac:spMkLst>
        </pc:spChg>
        <pc:spChg chg="add">
          <ac:chgData name="Ganesh Kumar, Lakshita" userId="S::lakshita.ganesh_kumar@uconn.edu::8ab877b3-7060-488f-a3f4-f2258aaa5ef2" providerId="AD" clId="Web-{D4EE229A-EDB3-479F-FA60-866779FC1634}" dt="2025-09-29T19:45:53.302" v="0"/>
          <ac:spMkLst>
            <pc:docMk/>
            <pc:sldMk cId="109857222" sldId="256"/>
            <ac:spMk id="9" creationId="{7A875D55-4A80-43E9-38F6-27E3664939B0}"/>
          </ac:spMkLst>
        </pc:spChg>
        <pc:picChg chg="add">
          <ac:chgData name="Ganesh Kumar, Lakshita" userId="S::lakshita.ganesh_kumar@uconn.edu::8ab877b3-7060-488f-a3f4-f2258aaa5ef2" providerId="AD" clId="Web-{D4EE229A-EDB3-479F-FA60-866779FC1634}" dt="2025-09-29T19:45:53.302" v="0"/>
          <ac:picMkLst>
            <pc:docMk/>
            <pc:sldMk cId="109857222" sldId="256"/>
            <ac:picMk id="4" creationId="{C0EDCB1F-5F0C-80AE-4F16-7EA5248AAFD3}"/>
          </ac:picMkLst>
        </pc:picChg>
      </pc:sldChg>
      <pc:sldChg chg="addSp delSp modSp new">
        <pc:chgData name="Ganesh Kumar, Lakshita" userId="S::lakshita.ganesh_kumar@uconn.edu::8ab877b3-7060-488f-a3f4-f2258aaa5ef2" providerId="AD" clId="Web-{D4EE229A-EDB3-479F-FA60-866779FC1634}" dt="2025-09-29T19:57:19.874" v="209" actId="1076"/>
        <pc:sldMkLst>
          <pc:docMk/>
          <pc:sldMk cId="1047535311" sldId="257"/>
        </pc:sldMkLst>
        <pc:spChg chg="mod">
          <ac:chgData name="Ganesh Kumar, Lakshita" userId="S::lakshita.ganesh_kumar@uconn.edu::8ab877b3-7060-488f-a3f4-f2258aaa5ef2" providerId="AD" clId="Web-{D4EE229A-EDB3-479F-FA60-866779FC1634}" dt="2025-09-29T19:49:39.049" v="78" actId="14100"/>
          <ac:spMkLst>
            <pc:docMk/>
            <pc:sldMk cId="1047535311" sldId="257"/>
            <ac:spMk id="2" creationId="{A711C0F7-6444-3ADD-70E6-B044C6579EAC}"/>
          </ac:spMkLst>
        </pc:spChg>
        <pc:spChg chg="del">
          <ac:chgData name="Ganesh Kumar, Lakshita" userId="S::lakshita.ganesh_kumar@uconn.edu::8ab877b3-7060-488f-a3f4-f2258aaa5ef2" providerId="AD" clId="Web-{D4EE229A-EDB3-479F-FA60-866779FC1634}" dt="2025-09-29T19:48:45.141" v="69"/>
          <ac:spMkLst>
            <pc:docMk/>
            <pc:sldMk cId="1047535311" sldId="257"/>
            <ac:spMk id="3" creationId="{AAF2DF3C-1FF6-97AF-D3A8-8AE37243AEC0}"/>
          </ac:spMkLst>
        </pc:spChg>
        <pc:spChg chg="add mod">
          <ac:chgData name="Ganesh Kumar, Lakshita" userId="S::lakshita.ganesh_kumar@uconn.edu::8ab877b3-7060-488f-a3f4-f2258aaa5ef2" providerId="AD" clId="Web-{D4EE229A-EDB3-479F-FA60-866779FC1634}" dt="2025-09-29T19:57:19.874" v="209" actId="1076"/>
          <ac:spMkLst>
            <pc:docMk/>
            <pc:sldMk cId="1047535311" sldId="257"/>
            <ac:spMk id="5" creationId="{4AB80F6F-C801-1ACE-1BAE-9298D12E5A92}"/>
          </ac:spMkLst>
        </pc:spChg>
        <pc:picChg chg="add mod">
          <ac:chgData name="Ganesh Kumar, Lakshita" userId="S::lakshita.ganesh_kumar@uconn.edu::8ab877b3-7060-488f-a3f4-f2258aaa5ef2" providerId="AD" clId="Web-{D4EE229A-EDB3-479F-FA60-866779FC1634}" dt="2025-09-29T19:49:33.783" v="77" actId="1076"/>
          <ac:picMkLst>
            <pc:docMk/>
            <pc:sldMk cId="1047535311" sldId="257"/>
            <ac:picMk id="4" creationId="{26FB1A0D-EFBD-52D0-8D7F-C390882161E2}"/>
          </ac:picMkLst>
        </pc:picChg>
      </pc:sldChg>
      <pc:sldChg chg="modSp new">
        <pc:chgData name="Ganesh Kumar, Lakshita" userId="S::lakshita.ganesh_kumar@uconn.edu::8ab877b3-7060-488f-a3f4-f2258aaa5ef2" providerId="AD" clId="Web-{D4EE229A-EDB3-479F-FA60-866779FC1634}" dt="2025-09-29T20:07:10.144" v="345" actId="20577"/>
        <pc:sldMkLst>
          <pc:docMk/>
          <pc:sldMk cId="632091825" sldId="261"/>
        </pc:sldMkLst>
        <pc:spChg chg="mod">
          <ac:chgData name="Ganesh Kumar, Lakshita" userId="S::lakshita.ganesh_kumar@uconn.edu::8ab877b3-7060-488f-a3f4-f2258aaa5ef2" providerId="AD" clId="Web-{D4EE229A-EDB3-479F-FA60-866779FC1634}" dt="2025-09-29T20:00:56.189" v="243" actId="14100"/>
          <ac:spMkLst>
            <pc:docMk/>
            <pc:sldMk cId="632091825" sldId="261"/>
            <ac:spMk id="2" creationId="{4BEB117B-B038-2EE7-8B4F-C8F4D2A4AD98}"/>
          </ac:spMkLst>
        </pc:spChg>
        <pc:spChg chg="mod">
          <ac:chgData name="Ganesh Kumar, Lakshita" userId="S::lakshita.ganesh_kumar@uconn.edu::8ab877b3-7060-488f-a3f4-f2258aaa5ef2" providerId="AD" clId="Web-{D4EE229A-EDB3-479F-FA60-866779FC1634}" dt="2025-09-29T20:07:10.144" v="345" actId="20577"/>
          <ac:spMkLst>
            <pc:docMk/>
            <pc:sldMk cId="632091825" sldId="261"/>
            <ac:spMk id="3" creationId="{BF1643FA-2001-2656-A018-FFB9FCA9FB1E}"/>
          </ac:spMkLst>
        </pc:spChg>
      </pc:sldChg>
      <pc:sldChg chg="addSp delSp modSp new mod ord setBg">
        <pc:chgData name="Ganesh Kumar, Lakshita" userId="S::lakshita.ganesh_kumar@uconn.edu::8ab877b3-7060-488f-a3f4-f2258aaa5ef2" providerId="AD" clId="Web-{D4EE229A-EDB3-479F-FA60-866779FC1634}" dt="2025-09-29T20:10:32.447" v="351"/>
        <pc:sldMkLst>
          <pc:docMk/>
          <pc:sldMk cId="3449638789" sldId="265"/>
        </pc:sldMkLst>
        <pc:spChg chg="del">
          <ac:chgData name="Ganesh Kumar, Lakshita" userId="S::lakshita.ganesh_kumar@uconn.edu::8ab877b3-7060-488f-a3f4-f2258aaa5ef2" providerId="AD" clId="Web-{D4EE229A-EDB3-479F-FA60-866779FC1634}" dt="2025-09-29T20:10:28.900" v="349"/>
          <ac:spMkLst>
            <pc:docMk/>
            <pc:sldMk cId="3449638789" sldId="265"/>
            <ac:spMk id="2" creationId="{5C2588F8-0C10-1DA7-F8E8-6A195DE9EF13}"/>
          </ac:spMkLst>
        </pc:spChg>
        <pc:spChg chg="del">
          <ac:chgData name="Ganesh Kumar, Lakshita" userId="S::lakshita.ganesh_kumar@uconn.edu::8ab877b3-7060-488f-a3f4-f2258aaa5ef2" providerId="AD" clId="Web-{D4EE229A-EDB3-479F-FA60-866779FC1634}" dt="2025-09-29T20:10:28.900" v="348"/>
          <ac:spMkLst>
            <pc:docMk/>
            <pc:sldMk cId="3449638789" sldId="265"/>
            <ac:spMk id="3" creationId="{4F765F0F-AB5A-9731-2BBD-DCD2E39DE7E4}"/>
          </ac:spMkLst>
        </pc:spChg>
        <pc:spChg chg="add">
          <ac:chgData name="Ganesh Kumar, Lakshita" userId="S::lakshita.ganesh_kumar@uconn.edu::8ab877b3-7060-488f-a3f4-f2258aaa5ef2" providerId="AD" clId="Web-{D4EE229A-EDB3-479F-FA60-866779FC1634}" dt="2025-09-29T20:10:32.447" v="351"/>
          <ac:spMkLst>
            <pc:docMk/>
            <pc:sldMk cId="3449638789" sldId="265"/>
            <ac:spMk id="10" creationId="{35D3817B-01DA-DCDA-FA18-49D6FF003762}"/>
          </ac:spMkLst>
        </pc:spChg>
        <pc:picChg chg="add mod">
          <ac:chgData name="Ganesh Kumar, Lakshita" userId="S::lakshita.ganesh_kumar@uconn.edu::8ab877b3-7060-488f-a3f4-f2258aaa5ef2" providerId="AD" clId="Web-{D4EE229A-EDB3-479F-FA60-866779FC1634}" dt="2025-09-29T20:10:32.447" v="351"/>
          <ac:picMkLst>
            <pc:docMk/>
            <pc:sldMk cId="3449638789" sldId="265"/>
            <ac:picMk id="5" creationId="{66DBC58D-FFD7-8242-23A6-90F2A363714F}"/>
          </ac:picMkLst>
        </pc:picChg>
      </pc:sldChg>
      <pc:sldChg chg="modSp del">
        <pc:chgData name="Ganesh Kumar, Lakshita" userId="S::lakshita.ganesh_kumar@uconn.edu::8ab877b3-7060-488f-a3f4-f2258aaa5ef2" providerId="AD" clId="Web-{D4EE229A-EDB3-479F-FA60-866779FC1634}" dt="2025-09-29T20:27:54.822" v="593" actId="20577"/>
        <pc:sldMkLst>
          <pc:docMk/>
          <pc:sldMk cId="2315066450" sldId="266"/>
        </pc:sldMkLst>
        <pc:spChg chg="mod">
          <ac:chgData name="Ganesh Kumar, Lakshita" userId="S::lakshita.ganesh_kumar@uconn.edu::8ab877b3-7060-488f-a3f4-f2258aaa5ef2" providerId="AD" clId="Web-{D4EE229A-EDB3-479F-FA60-866779FC1634}" dt="2025-09-29T20:27:54.822" v="593" actId="20577"/>
          <ac:spMkLst>
            <pc:docMk/>
            <pc:sldMk cId="2315066450" sldId="266"/>
            <ac:spMk id="3" creationId="{6B362D03-7BE5-B8F7-0F34-0CE4B39C5E2D}"/>
          </ac:spMkLst>
        </pc:spChg>
      </pc:sldChg>
      <pc:sldChg chg="addSp delSp modSp new mod ord setBg">
        <pc:chgData name="Ganesh Kumar, Lakshita" userId="S::lakshita.ganesh_kumar@uconn.edu::8ab877b3-7060-488f-a3f4-f2258aaa5ef2" providerId="AD" clId="Web-{D4EE229A-EDB3-479F-FA60-866779FC1634}" dt="2025-09-29T20:10:51.838" v="359"/>
        <pc:sldMkLst>
          <pc:docMk/>
          <pc:sldMk cId="17995608" sldId="267"/>
        </pc:sldMkLst>
        <pc:spChg chg="del">
          <ac:chgData name="Ganesh Kumar, Lakshita" userId="S::lakshita.ganesh_kumar@uconn.edu::8ab877b3-7060-488f-a3f4-f2258aaa5ef2" providerId="AD" clId="Web-{D4EE229A-EDB3-479F-FA60-866779FC1634}" dt="2025-09-29T20:10:46.010" v="355"/>
          <ac:spMkLst>
            <pc:docMk/>
            <pc:sldMk cId="17995608" sldId="267"/>
            <ac:spMk id="2" creationId="{5598A2BE-DC95-8D0B-1CDE-29A88A0E39E6}"/>
          </ac:spMkLst>
        </pc:spChg>
        <pc:spChg chg="del">
          <ac:chgData name="Ganesh Kumar, Lakshita" userId="S::lakshita.ganesh_kumar@uconn.edu::8ab877b3-7060-488f-a3f4-f2258aaa5ef2" providerId="AD" clId="Web-{D4EE229A-EDB3-479F-FA60-866779FC1634}" dt="2025-09-29T20:10:46.010" v="354"/>
          <ac:spMkLst>
            <pc:docMk/>
            <pc:sldMk cId="17995608" sldId="267"/>
            <ac:spMk id="3" creationId="{5042C2FC-2CAD-0B68-8DC6-95329AF495A7}"/>
          </ac:spMkLst>
        </pc:spChg>
        <pc:spChg chg="add">
          <ac:chgData name="Ganesh Kumar, Lakshita" userId="S::lakshita.ganesh_kumar@uconn.edu::8ab877b3-7060-488f-a3f4-f2258aaa5ef2" providerId="AD" clId="Web-{D4EE229A-EDB3-479F-FA60-866779FC1634}" dt="2025-09-29T20:10:51.838" v="359"/>
          <ac:spMkLst>
            <pc:docMk/>
            <pc:sldMk cId="17995608" sldId="267"/>
            <ac:spMk id="10" creationId="{35D3817B-01DA-DCDA-FA18-49D6FF003762}"/>
          </ac:spMkLst>
        </pc:spChg>
        <pc:picChg chg="add mod">
          <ac:chgData name="Ganesh Kumar, Lakshita" userId="S::lakshita.ganesh_kumar@uconn.edu::8ab877b3-7060-488f-a3f4-f2258aaa5ef2" providerId="AD" clId="Web-{D4EE229A-EDB3-479F-FA60-866779FC1634}" dt="2025-09-29T20:10:51.838" v="359"/>
          <ac:picMkLst>
            <pc:docMk/>
            <pc:sldMk cId="17995608" sldId="267"/>
            <ac:picMk id="5" creationId="{B6736CD2-4A64-EAEE-9615-298CEB891625}"/>
          </ac:picMkLst>
        </pc:picChg>
        <pc:picChg chg="add del">
          <ac:chgData name="Ganesh Kumar, Lakshita" userId="S::lakshita.ganesh_kumar@uconn.edu::8ab877b3-7060-488f-a3f4-f2258aaa5ef2" providerId="AD" clId="Web-{D4EE229A-EDB3-479F-FA60-866779FC1634}" dt="2025-09-29T20:10:49.776" v="358"/>
          <ac:picMkLst>
            <pc:docMk/>
            <pc:sldMk cId="17995608" sldId="267"/>
            <ac:picMk id="7" creationId="{0094C1F5-641F-90AC-E80C-E19377B35E03}"/>
          </ac:picMkLst>
        </pc:picChg>
      </pc:sldChg>
      <pc:sldChg chg="addSp delSp modSp new mod ord setBg">
        <pc:chgData name="Ganesh Kumar, Lakshita" userId="S::lakshita.ganesh_kumar@uconn.edu::8ab877b3-7060-488f-a3f4-f2258aaa5ef2" providerId="AD" clId="Web-{D4EE229A-EDB3-479F-FA60-866779FC1634}" dt="2025-09-29T20:11:13.761" v="365"/>
        <pc:sldMkLst>
          <pc:docMk/>
          <pc:sldMk cId="4227853311" sldId="268"/>
        </pc:sldMkLst>
        <pc:spChg chg="del">
          <ac:chgData name="Ganesh Kumar, Lakshita" userId="S::lakshita.ganesh_kumar@uconn.edu::8ab877b3-7060-488f-a3f4-f2258aaa5ef2" providerId="AD" clId="Web-{D4EE229A-EDB3-479F-FA60-866779FC1634}" dt="2025-09-29T20:11:07.495" v="363"/>
          <ac:spMkLst>
            <pc:docMk/>
            <pc:sldMk cId="4227853311" sldId="268"/>
            <ac:spMk id="2" creationId="{9B0F245B-BFF1-7444-B493-BBFC46CBA24F}"/>
          </ac:spMkLst>
        </pc:spChg>
        <pc:spChg chg="del">
          <ac:chgData name="Ganesh Kumar, Lakshita" userId="S::lakshita.ganesh_kumar@uconn.edu::8ab877b3-7060-488f-a3f4-f2258aaa5ef2" providerId="AD" clId="Web-{D4EE229A-EDB3-479F-FA60-866779FC1634}" dt="2025-09-29T20:11:07.495" v="362"/>
          <ac:spMkLst>
            <pc:docMk/>
            <pc:sldMk cId="4227853311" sldId="268"/>
            <ac:spMk id="3" creationId="{5C041F11-C1B3-066E-6A8E-6ED4956DD154}"/>
          </ac:spMkLst>
        </pc:spChg>
        <pc:spChg chg="add">
          <ac:chgData name="Ganesh Kumar, Lakshita" userId="S::lakshita.ganesh_kumar@uconn.edu::8ab877b3-7060-488f-a3f4-f2258aaa5ef2" providerId="AD" clId="Web-{D4EE229A-EDB3-479F-FA60-866779FC1634}" dt="2025-09-29T20:11:13.761" v="365"/>
          <ac:spMkLst>
            <pc:docMk/>
            <pc:sldMk cId="4227853311" sldId="268"/>
            <ac:spMk id="10" creationId="{35D3817B-01DA-DCDA-FA18-49D6FF003762}"/>
          </ac:spMkLst>
        </pc:spChg>
        <pc:picChg chg="add mod">
          <ac:chgData name="Ganesh Kumar, Lakshita" userId="S::lakshita.ganesh_kumar@uconn.edu::8ab877b3-7060-488f-a3f4-f2258aaa5ef2" providerId="AD" clId="Web-{D4EE229A-EDB3-479F-FA60-866779FC1634}" dt="2025-09-29T20:11:13.761" v="365"/>
          <ac:picMkLst>
            <pc:docMk/>
            <pc:sldMk cId="4227853311" sldId="268"/>
            <ac:picMk id="5" creationId="{E9C8EC10-3E68-8B4F-D6B2-78533C07AEAF}"/>
          </ac:picMkLst>
        </pc:picChg>
      </pc:sldChg>
      <pc:sldChg chg="addSp delSp modSp new mod ord setBg">
        <pc:chgData name="Ganesh Kumar, Lakshita" userId="S::lakshita.ganesh_kumar@uconn.edu::8ab877b3-7060-488f-a3f4-f2258aaa5ef2" providerId="AD" clId="Web-{D4EE229A-EDB3-479F-FA60-866779FC1634}" dt="2025-09-29T20:11:32.667" v="371"/>
        <pc:sldMkLst>
          <pc:docMk/>
          <pc:sldMk cId="471494775" sldId="269"/>
        </pc:sldMkLst>
        <pc:spChg chg="del">
          <ac:chgData name="Ganesh Kumar, Lakshita" userId="S::lakshita.ganesh_kumar@uconn.edu::8ab877b3-7060-488f-a3f4-f2258aaa5ef2" providerId="AD" clId="Web-{D4EE229A-EDB3-479F-FA60-866779FC1634}" dt="2025-09-29T20:11:27.902" v="369"/>
          <ac:spMkLst>
            <pc:docMk/>
            <pc:sldMk cId="471494775" sldId="269"/>
            <ac:spMk id="2" creationId="{1CF230D8-7DE8-418A-BB5A-9AC7DB081EA2}"/>
          </ac:spMkLst>
        </pc:spChg>
        <pc:spChg chg="del">
          <ac:chgData name="Ganesh Kumar, Lakshita" userId="S::lakshita.ganesh_kumar@uconn.edu::8ab877b3-7060-488f-a3f4-f2258aaa5ef2" providerId="AD" clId="Web-{D4EE229A-EDB3-479F-FA60-866779FC1634}" dt="2025-09-29T20:11:27.902" v="368"/>
          <ac:spMkLst>
            <pc:docMk/>
            <pc:sldMk cId="471494775" sldId="269"/>
            <ac:spMk id="3" creationId="{615C6061-0ED5-EF0F-E528-660363C1CB6F}"/>
          </ac:spMkLst>
        </pc:spChg>
        <pc:spChg chg="add">
          <ac:chgData name="Ganesh Kumar, Lakshita" userId="S::lakshita.ganesh_kumar@uconn.edu::8ab877b3-7060-488f-a3f4-f2258aaa5ef2" providerId="AD" clId="Web-{D4EE229A-EDB3-479F-FA60-866779FC1634}" dt="2025-09-29T20:11:32.667" v="371"/>
          <ac:spMkLst>
            <pc:docMk/>
            <pc:sldMk cId="471494775" sldId="269"/>
            <ac:spMk id="10" creationId="{35D3817B-01DA-DCDA-FA18-49D6FF003762}"/>
          </ac:spMkLst>
        </pc:spChg>
        <pc:picChg chg="add mod">
          <ac:chgData name="Ganesh Kumar, Lakshita" userId="S::lakshita.ganesh_kumar@uconn.edu::8ab877b3-7060-488f-a3f4-f2258aaa5ef2" providerId="AD" clId="Web-{D4EE229A-EDB3-479F-FA60-866779FC1634}" dt="2025-09-29T20:11:32.667" v="371"/>
          <ac:picMkLst>
            <pc:docMk/>
            <pc:sldMk cId="471494775" sldId="269"/>
            <ac:picMk id="5" creationId="{6E703323-D624-4C7D-9F2F-183B45A74B0B}"/>
          </ac:picMkLst>
        </pc:picChg>
      </pc:sldChg>
      <pc:sldChg chg="modSp">
        <pc:chgData name="Ganesh Kumar, Lakshita" userId="S::lakshita.ganesh_kumar@uconn.edu::8ab877b3-7060-488f-a3f4-f2258aaa5ef2" providerId="AD" clId="Web-{D4EE229A-EDB3-479F-FA60-866779FC1634}" dt="2025-09-29T20:34:25.469" v="929" actId="20577"/>
        <pc:sldMkLst>
          <pc:docMk/>
          <pc:sldMk cId="1802330038" sldId="270"/>
        </pc:sldMkLst>
        <pc:spChg chg="mod">
          <ac:chgData name="Ganesh Kumar, Lakshita" userId="S::lakshita.ganesh_kumar@uconn.edu::8ab877b3-7060-488f-a3f4-f2258aaa5ef2" providerId="AD" clId="Web-{D4EE229A-EDB3-479F-FA60-866779FC1634}" dt="2025-09-29T20:34:25.469" v="929" actId="20577"/>
          <ac:spMkLst>
            <pc:docMk/>
            <pc:sldMk cId="1802330038" sldId="270"/>
            <ac:spMk id="3" creationId="{D4DF116A-67BF-49A2-4DC6-F4ED6CE1FF6B}"/>
          </ac:spMkLst>
        </pc:spChg>
      </pc:sldChg>
      <pc:sldChg chg="modSp new">
        <pc:chgData name="Ganesh Kumar, Lakshita" userId="S::lakshita.ganesh_kumar@uconn.edu::8ab877b3-7060-488f-a3f4-f2258aaa5ef2" providerId="AD" clId="Web-{D4EE229A-EDB3-479F-FA60-866779FC1634}" dt="2025-09-29T20:27:32.446" v="581" actId="20577"/>
        <pc:sldMkLst>
          <pc:docMk/>
          <pc:sldMk cId="2699995953" sldId="271"/>
        </pc:sldMkLst>
        <pc:spChg chg="mod">
          <ac:chgData name="Ganesh Kumar, Lakshita" userId="S::lakshita.ganesh_kumar@uconn.edu::8ab877b3-7060-488f-a3f4-f2258aaa5ef2" providerId="AD" clId="Web-{D4EE229A-EDB3-479F-FA60-866779FC1634}" dt="2025-09-29T20:27:27.274" v="576" actId="20577"/>
          <ac:spMkLst>
            <pc:docMk/>
            <pc:sldMk cId="2699995953" sldId="271"/>
            <ac:spMk id="2" creationId="{35919EE9-C3F6-2A4A-8979-C4DF6A521DBB}"/>
          </ac:spMkLst>
        </pc:spChg>
        <pc:spChg chg="mod">
          <ac:chgData name="Ganesh Kumar, Lakshita" userId="S::lakshita.ganesh_kumar@uconn.edu::8ab877b3-7060-488f-a3f4-f2258aaa5ef2" providerId="AD" clId="Web-{D4EE229A-EDB3-479F-FA60-866779FC1634}" dt="2025-09-29T20:27:32.446" v="581" actId="20577"/>
          <ac:spMkLst>
            <pc:docMk/>
            <pc:sldMk cId="2699995953" sldId="271"/>
            <ac:spMk id="3" creationId="{AD24A34B-53B1-214E-4963-F5A87BAC6176}"/>
          </ac:spMkLst>
        </pc:spChg>
      </pc:sldChg>
      <pc:sldChg chg="modSp new">
        <pc:chgData name="Ganesh Kumar, Lakshita" userId="S::lakshita.ganesh_kumar@uconn.edu::8ab877b3-7060-488f-a3f4-f2258aaa5ef2" providerId="AD" clId="Web-{D4EE229A-EDB3-479F-FA60-866779FC1634}" dt="2025-09-29T20:28:30.557" v="627" actId="20577"/>
        <pc:sldMkLst>
          <pc:docMk/>
          <pc:sldMk cId="310958100" sldId="272"/>
        </pc:sldMkLst>
        <pc:spChg chg="mod">
          <ac:chgData name="Ganesh Kumar, Lakshita" userId="S::lakshita.ganesh_kumar@uconn.edu::8ab877b3-7060-488f-a3f4-f2258aaa5ef2" providerId="AD" clId="Web-{D4EE229A-EDB3-479F-FA60-866779FC1634}" dt="2025-09-29T20:28:30.557" v="627" actId="20577"/>
          <ac:spMkLst>
            <pc:docMk/>
            <pc:sldMk cId="310958100" sldId="272"/>
            <ac:spMk id="2" creationId="{D8F52F7E-5DAB-69A9-B9E6-7C7C2EE4F000}"/>
          </ac:spMkLst>
        </pc:spChg>
        <pc:spChg chg="mod">
          <ac:chgData name="Ganesh Kumar, Lakshita" userId="S::lakshita.ganesh_kumar@uconn.edu::8ab877b3-7060-488f-a3f4-f2258aaa5ef2" providerId="AD" clId="Web-{D4EE229A-EDB3-479F-FA60-866779FC1634}" dt="2025-09-29T20:28:10.619" v="609" actId="20577"/>
          <ac:spMkLst>
            <pc:docMk/>
            <pc:sldMk cId="310958100" sldId="272"/>
            <ac:spMk id="3" creationId="{029DCD88-4641-8430-8ADE-45F8DA016906}"/>
          </ac:spMkLst>
        </pc:spChg>
      </pc:sldChg>
      <pc:sldChg chg="modSp new">
        <pc:chgData name="Ganesh Kumar, Lakshita" userId="S::lakshita.ganesh_kumar@uconn.edu::8ab877b3-7060-488f-a3f4-f2258aaa5ef2" providerId="AD" clId="Web-{D4EE229A-EDB3-479F-FA60-866779FC1634}" dt="2025-09-29T20:28:28.557" v="626" actId="20577"/>
        <pc:sldMkLst>
          <pc:docMk/>
          <pc:sldMk cId="2513446646" sldId="273"/>
        </pc:sldMkLst>
        <pc:spChg chg="mod">
          <ac:chgData name="Ganesh Kumar, Lakshita" userId="S::lakshita.ganesh_kumar@uconn.edu::8ab877b3-7060-488f-a3f4-f2258aaa5ef2" providerId="AD" clId="Web-{D4EE229A-EDB3-479F-FA60-866779FC1634}" dt="2025-09-29T20:28:28.557" v="626" actId="20577"/>
          <ac:spMkLst>
            <pc:docMk/>
            <pc:sldMk cId="2513446646" sldId="273"/>
            <ac:spMk id="2" creationId="{195CAE4F-399B-1FAE-96C7-FDD49E532913}"/>
          </ac:spMkLst>
        </pc:spChg>
        <pc:spChg chg="mod">
          <ac:chgData name="Ganesh Kumar, Lakshita" userId="S::lakshita.ganesh_kumar@uconn.edu::8ab877b3-7060-488f-a3f4-f2258aaa5ef2" providerId="AD" clId="Web-{D4EE229A-EDB3-479F-FA60-866779FC1634}" dt="2025-09-29T20:28:25.292" v="619" actId="20577"/>
          <ac:spMkLst>
            <pc:docMk/>
            <pc:sldMk cId="2513446646" sldId="273"/>
            <ac:spMk id="3" creationId="{162CCA80-7A56-51A3-7FC1-B3496FADD13B}"/>
          </ac:spMkLst>
        </pc:spChg>
      </pc:sldChg>
      <pc:sldChg chg="modSp new del">
        <pc:chgData name="Ganesh Kumar, Lakshita" userId="S::lakshita.ganesh_kumar@uconn.edu::8ab877b3-7060-488f-a3f4-f2258aaa5ef2" providerId="AD" clId="Web-{D4EE229A-EDB3-479F-FA60-866779FC1634}" dt="2025-09-29T20:35:39.345" v="930"/>
        <pc:sldMkLst>
          <pc:docMk/>
          <pc:sldMk cId="542551136" sldId="274"/>
        </pc:sldMkLst>
        <pc:spChg chg="mod">
          <ac:chgData name="Ganesh Kumar, Lakshita" userId="S::lakshita.ganesh_kumar@uconn.edu::8ab877b3-7060-488f-a3f4-f2258aaa5ef2" providerId="AD" clId="Web-{D4EE229A-EDB3-479F-FA60-866779FC1634}" dt="2025-09-29T20:31:04.998" v="640" actId="20577"/>
          <ac:spMkLst>
            <pc:docMk/>
            <pc:sldMk cId="542551136" sldId="274"/>
            <ac:spMk id="2" creationId="{B8D7999F-8AB3-1340-5A56-CA68D192857D}"/>
          </ac:spMkLst>
        </pc:spChg>
        <pc:spChg chg="mod">
          <ac:chgData name="Ganesh Kumar, Lakshita" userId="S::lakshita.ganesh_kumar@uconn.edu::8ab877b3-7060-488f-a3f4-f2258aaa5ef2" providerId="AD" clId="Web-{D4EE229A-EDB3-479F-FA60-866779FC1634}" dt="2025-09-29T20:30:43.248" v="634" actId="20577"/>
          <ac:spMkLst>
            <pc:docMk/>
            <pc:sldMk cId="542551136" sldId="274"/>
            <ac:spMk id="3" creationId="{61BDC6BE-5B15-0700-2D93-2679FE5D17C7}"/>
          </ac:spMkLst>
        </pc:spChg>
      </pc:sldChg>
      <pc:sldChg chg="modSp new">
        <pc:chgData name="Ganesh Kumar, Lakshita" userId="S::lakshita.ganesh_kumar@uconn.edu::8ab877b3-7060-488f-a3f4-f2258aaa5ef2" providerId="AD" clId="Web-{D4EE229A-EDB3-479F-FA60-866779FC1634}" dt="2025-09-29T20:37:26.005" v="970" actId="20577"/>
        <pc:sldMkLst>
          <pc:docMk/>
          <pc:sldMk cId="1863947955" sldId="274"/>
        </pc:sldMkLst>
        <pc:spChg chg="mod">
          <ac:chgData name="Ganesh Kumar, Lakshita" userId="S::lakshita.ganesh_kumar@uconn.edu::8ab877b3-7060-488f-a3f4-f2258aaa5ef2" providerId="AD" clId="Web-{D4EE229A-EDB3-479F-FA60-866779FC1634}" dt="2025-09-29T20:35:46.173" v="937" actId="20577"/>
          <ac:spMkLst>
            <pc:docMk/>
            <pc:sldMk cId="1863947955" sldId="274"/>
            <ac:spMk id="2" creationId="{6FC03414-0F3B-D911-199E-85A9E4E1B948}"/>
          </ac:spMkLst>
        </pc:spChg>
        <pc:spChg chg="mod">
          <ac:chgData name="Ganesh Kumar, Lakshita" userId="S::lakshita.ganesh_kumar@uconn.edu::8ab877b3-7060-488f-a3f4-f2258aaa5ef2" providerId="AD" clId="Web-{D4EE229A-EDB3-479F-FA60-866779FC1634}" dt="2025-09-29T20:37:26.005" v="970" actId="20577"/>
          <ac:spMkLst>
            <pc:docMk/>
            <pc:sldMk cId="1863947955" sldId="274"/>
            <ac:spMk id="3" creationId="{BD7BF896-B6A5-F62B-240E-4F7B4A01B46B}"/>
          </ac:spMkLst>
        </pc:spChg>
      </pc:sldChg>
      <pc:sldMasterChg chg="del delSldLayout">
        <pc:chgData name="Ganesh Kumar, Lakshita" userId="S::lakshita.ganesh_kumar@uconn.edu::8ab877b3-7060-488f-a3f4-f2258aaa5ef2" providerId="AD" clId="Web-{D4EE229A-EDB3-479F-FA60-866779FC1634}" dt="2025-09-29T19:45:53.302" v="0"/>
        <pc:sldMasterMkLst>
          <pc:docMk/>
          <pc:sldMasterMk cId="2460954070" sldId="2147483660"/>
        </pc:sldMasterMkLst>
        <pc:sldLayoutChg chg="del">
          <pc:chgData name="Ganesh Kumar, Lakshita" userId="S::lakshita.ganesh_kumar@uconn.edu::8ab877b3-7060-488f-a3f4-f2258aaa5ef2" providerId="AD" clId="Web-{D4EE229A-EDB3-479F-FA60-866779FC1634}" dt="2025-09-29T19:45:53.302" v="0"/>
          <pc:sldLayoutMkLst>
            <pc:docMk/>
            <pc:sldMasterMk cId="2460954070" sldId="2147483660"/>
            <pc:sldLayoutMk cId="2385387890" sldId="2147483661"/>
          </pc:sldLayoutMkLst>
        </pc:sldLayoutChg>
        <pc:sldLayoutChg chg="del">
          <pc:chgData name="Ganesh Kumar, Lakshita" userId="S::lakshita.ganesh_kumar@uconn.edu::8ab877b3-7060-488f-a3f4-f2258aaa5ef2" providerId="AD" clId="Web-{D4EE229A-EDB3-479F-FA60-866779FC1634}" dt="2025-09-29T19:45:53.302" v="0"/>
          <pc:sldLayoutMkLst>
            <pc:docMk/>
            <pc:sldMasterMk cId="2460954070" sldId="2147483660"/>
            <pc:sldLayoutMk cId="949138452" sldId="2147483662"/>
          </pc:sldLayoutMkLst>
        </pc:sldLayoutChg>
        <pc:sldLayoutChg chg="del">
          <pc:chgData name="Ganesh Kumar, Lakshita" userId="S::lakshita.ganesh_kumar@uconn.edu::8ab877b3-7060-488f-a3f4-f2258aaa5ef2" providerId="AD" clId="Web-{D4EE229A-EDB3-479F-FA60-866779FC1634}" dt="2025-09-29T19:45:53.302" v="0"/>
          <pc:sldLayoutMkLst>
            <pc:docMk/>
            <pc:sldMasterMk cId="2460954070" sldId="2147483660"/>
            <pc:sldLayoutMk cId="2591524520" sldId="2147483663"/>
          </pc:sldLayoutMkLst>
        </pc:sldLayoutChg>
        <pc:sldLayoutChg chg="del">
          <pc:chgData name="Ganesh Kumar, Lakshita" userId="S::lakshita.ganesh_kumar@uconn.edu::8ab877b3-7060-488f-a3f4-f2258aaa5ef2" providerId="AD" clId="Web-{D4EE229A-EDB3-479F-FA60-866779FC1634}" dt="2025-09-29T19:45:53.302" v="0"/>
          <pc:sldLayoutMkLst>
            <pc:docMk/>
            <pc:sldMasterMk cId="2460954070" sldId="2147483660"/>
            <pc:sldLayoutMk cId="1203092039" sldId="2147483664"/>
          </pc:sldLayoutMkLst>
        </pc:sldLayoutChg>
        <pc:sldLayoutChg chg="del">
          <pc:chgData name="Ganesh Kumar, Lakshita" userId="S::lakshita.ganesh_kumar@uconn.edu::8ab877b3-7060-488f-a3f4-f2258aaa5ef2" providerId="AD" clId="Web-{D4EE229A-EDB3-479F-FA60-866779FC1634}" dt="2025-09-29T19:45:53.302" v="0"/>
          <pc:sldLayoutMkLst>
            <pc:docMk/>
            <pc:sldMasterMk cId="2460954070" sldId="2147483660"/>
            <pc:sldLayoutMk cId="3733172339" sldId="2147483665"/>
          </pc:sldLayoutMkLst>
        </pc:sldLayoutChg>
        <pc:sldLayoutChg chg="del">
          <pc:chgData name="Ganesh Kumar, Lakshita" userId="S::lakshita.ganesh_kumar@uconn.edu::8ab877b3-7060-488f-a3f4-f2258aaa5ef2" providerId="AD" clId="Web-{D4EE229A-EDB3-479F-FA60-866779FC1634}" dt="2025-09-29T19:45:53.302" v="0"/>
          <pc:sldLayoutMkLst>
            <pc:docMk/>
            <pc:sldMasterMk cId="2460954070" sldId="2147483660"/>
            <pc:sldLayoutMk cId="3210312558" sldId="2147483666"/>
          </pc:sldLayoutMkLst>
        </pc:sldLayoutChg>
        <pc:sldLayoutChg chg="del">
          <pc:chgData name="Ganesh Kumar, Lakshita" userId="S::lakshita.ganesh_kumar@uconn.edu::8ab877b3-7060-488f-a3f4-f2258aaa5ef2" providerId="AD" clId="Web-{D4EE229A-EDB3-479F-FA60-866779FC1634}" dt="2025-09-29T19:45:53.302" v="0"/>
          <pc:sldLayoutMkLst>
            <pc:docMk/>
            <pc:sldMasterMk cId="2460954070" sldId="2147483660"/>
            <pc:sldLayoutMk cId="3146388984" sldId="2147483667"/>
          </pc:sldLayoutMkLst>
        </pc:sldLayoutChg>
        <pc:sldLayoutChg chg="del">
          <pc:chgData name="Ganesh Kumar, Lakshita" userId="S::lakshita.ganesh_kumar@uconn.edu::8ab877b3-7060-488f-a3f4-f2258aaa5ef2" providerId="AD" clId="Web-{D4EE229A-EDB3-479F-FA60-866779FC1634}" dt="2025-09-29T19:45:53.302" v="0"/>
          <pc:sldLayoutMkLst>
            <pc:docMk/>
            <pc:sldMasterMk cId="2460954070" sldId="2147483660"/>
            <pc:sldLayoutMk cId="3171841454" sldId="2147483668"/>
          </pc:sldLayoutMkLst>
        </pc:sldLayoutChg>
        <pc:sldLayoutChg chg="del">
          <pc:chgData name="Ganesh Kumar, Lakshita" userId="S::lakshita.ganesh_kumar@uconn.edu::8ab877b3-7060-488f-a3f4-f2258aaa5ef2" providerId="AD" clId="Web-{D4EE229A-EDB3-479F-FA60-866779FC1634}" dt="2025-09-29T19:45:53.302" v="0"/>
          <pc:sldLayoutMkLst>
            <pc:docMk/>
            <pc:sldMasterMk cId="2460954070" sldId="2147483660"/>
            <pc:sldLayoutMk cId="1718958274" sldId="2147483669"/>
          </pc:sldLayoutMkLst>
        </pc:sldLayoutChg>
        <pc:sldLayoutChg chg="del">
          <pc:chgData name="Ganesh Kumar, Lakshita" userId="S::lakshita.ganesh_kumar@uconn.edu::8ab877b3-7060-488f-a3f4-f2258aaa5ef2" providerId="AD" clId="Web-{D4EE229A-EDB3-479F-FA60-866779FC1634}" dt="2025-09-29T19:45:53.302" v="0"/>
          <pc:sldLayoutMkLst>
            <pc:docMk/>
            <pc:sldMasterMk cId="2460954070" sldId="2147483660"/>
            <pc:sldLayoutMk cId="2202905451" sldId="2147483670"/>
          </pc:sldLayoutMkLst>
        </pc:sldLayoutChg>
        <pc:sldLayoutChg chg="del">
          <pc:chgData name="Ganesh Kumar, Lakshita" userId="S::lakshita.ganesh_kumar@uconn.edu::8ab877b3-7060-488f-a3f4-f2258aaa5ef2" providerId="AD" clId="Web-{D4EE229A-EDB3-479F-FA60-866779FC1634}" dt="2025-09-29T19:45:53.302" v="0"/>
          <pc:sldLayoutMkLst>
            <pc:docMk/>
            <pc:sldMasterMk cId="2460954070" sldId="2147483660"/>
            <pc:sldLayoutMk cId="3479445657" sldId="2147483671"/>
          </pc:sldLayoutMkLst>
        </pc:sldLayoutChg>
      </pc:sldMasterChg>
      <pc:sldMasterChg chg="add addSldLayout">
        <pc:chgData name="Ganesh Kumar, Lakshita" userId="S::lakshita.ganesh_kumar@uconn.edu::8ab877b3-7060-488f-a3f4-f2258aaa5ef2" providerId="AD" clId="Web-{D4EE229A-EDB3-479F-FA60-866779FC1634}" dt="2025-09-29T19:45:53.302" v="0"/>
        <pc:sldMasterMkLst>
          <pc:docMk/>
          <pc:sldMasterMk cId="1884945811" sldId="2147483672"/>
        </pc:sldMasterMkLst>
        <pc:sldLayoutChg chg="add">
          <pc:chgData name="Ganesh Kumar, Lakshita" userId="S::lakshita.ganesh_kumar@uconn.edu::8ab877b3-7060-488f-a3f4-f2258aaa5ef2" providerId="AD" clId="Web-{D4EE229A-EDB3-479F-FA60-866779FC1634}" dt="2025-09-29T19:45:53.302" v="0"/>
          <pc:sldLayoutMkLst>
            <pc:docMk/>
            <pc:sldMasterMk cId="1884945811" sldId="2147483672"/>
            <pc:sldLayoutMk cId="1491550875" sldId="2147483673"/>
          </pc:sldLayoutMkLst>
        </pc:sldLayoutChg>
        <pc:sldLayoutChg chg="add">
          <pc:chgData name="Ganesh Kumar, Lakshita" userId="S::lakshita.ganesh_kumar@uconn.edu::8ab877b3-7060-488f-a3f4-f2258aaa5ef2" providerId="AD" clId="Web-{D4EE229A-EDB3-479F-FA60-866779FC1634}" dt="2025-09-29T19:45:53.302" v="0"/>
          <pc:sldLayoutMkLst>
            <pc:docMk/>
            <pc:sldMasterMk cId="1884945811" sldId="2147483672"/>
            <pc:sldLayoutMk cId="2274690984" sldId="2147483674"/>
          </pc:sldLayoutMkLst>
        </pc:sldLayoutChg>
        <pc:sldLayoutChg chg="add">
          <pc:chgData name="Ganesh Kumar, Lakshita" userId="S::lakshita.ganesh_kumar@uconn.edu::8ab877b3-7060-488f-a3f4-f2258aaa5ef2" providerId="AD" clId="Web-{D4EE229A-EDB3-479F-FA60-866779FC1634}" dt="2025-09-29T19:45:53.302" v="0"/>
          <pc:sldLayoutMkLst>
            <pc:docMk/>
            <pc:sldMasterMk cId="1884945811" sldId="2147483672"/>
            <pc:sldLayoutMk cId="3713313099" sldId="2147483675"/>
          </pc:sldLayoutMkLst>
        </pc:sldLayoutChg>
        <pc:sldLayoutChg chg="add">
          <pc:chgData name="Ganesh Kumar, Lakshita" userId="S::lakshita.ganesh_kumar@uconn.edu::8ab877b3-7060-488f-a3f4-f2258aaa5ef2" providerId="AD" clId="Web-{D4EE229A-EDB3-479F-FA60-866779FC1634}" dt="2025-09-29T19:45:53.302" v="0"/>
          <pc:sldLayoutMkLst>
            <pc:docMk/>
            <pc:sldMasterMk cId="1884945811" sldId="2147483672"/>
            <pc:sldLayoutMk cId="1231025596" sldId="2147483676"/>
          </pc:sldLayoutMkLst>
        </pc:sldLayoutChg>
        <pc:sldLayoutChg chg="add">
          <pc:chgData name="Ganesh Kumar, Lakshita" userId="S::lakshita.ganesh_kumar@uconn.edu::8ab877b3-7060-488f-a3f4-f2258aaa5ef2" providerId="AD" clId="Web-{D4EE229A-EDB3-479F-FA60-866779FC1634}" dt="2025-09-29T19:45:53.302" v="0"/>
          <pc:sldLayoutMkLst>
            <pc:docMk/>
            <pc:sldMasterMk cId="1884945811" sldId="2147483672"/>
            <pc:sldLayoutMk cId="19326642" sldId="2147483677"/>
          </pc:sldLayoutMkLst>
        </pc:sldLayoutChg>
        <pc:sldLayoutChg chg="add">
          <pc:chgData name="Ganesh Kumar, Lakshita" userId="S::lakshita.ganesh_kumar@uconn.edu::8ab877b3-7060-488f-a3f4-f2258aaa5ef2" providerId="AD" clId="Web-{D4EE229A-EDB3-479F-FA60-866779FC1634}" dt="2025-09-29T19:45:53.302" v="0"/>
          <pc:sldLayoutMkLst>
            <pc:docMk/>
            <pc:sldMasterMk cId="1884945811" sldId="2147483672"/>
            <pc:sldLayoutMk cId="1581978289" sldId="2147483678"/>
          </pc:sldLayoutMkLst>
        </pc:sldLayoutChg>
        <pc:sldLayoutChg chg="add">
          <pc:chgData name="Ganesh Kumar, Lakshita" userId="S::lakshita.ganesh_kumar@uconn.edu::8ab877b3-7060-488f-a3f4-f2258aaa5ef2" providerId="AD" clId="Web-{D4EE229A-EDB3-479F-FA60-866779FC1634}" dt="2025-09-29T19:45:53.302" v="0"/>
          <pc:sldLayoutMkLst>
            <pc:docMk/>
            <pc:sldMasterMk cId="1884945811" sldId="2147483672"/>
            <pc:sldLayoutMk cId="2704958368" sldId="2147483679"/>
          </pc:sldLayoutMkLst>
        </pc:sldLayoutChg>
        <pc:sldLayoutChg chg="add">
          <pc:chgData name="Ganesh Kumar, Lakshita" userId="S::lakshita.ganesh_kumar@uconn.edu::8ab877b3-7060-488f-a3f4-f2258aaa5ef2" providerId="AD" clId="Web-{D4EE229A-EDB3-479F-FA60-866779FC1634}" dt="2025-09-29T19:45:53.302" v="0"/>
          <pc:sldLayoutMkLst>
            <pc:docMk/>
            <pc:sldMasterMk cId="1884945811" sldId="2147483672"/>
            <pc:sldLayoutMk cId="781083960" sldId="2147483680"/>
          </pc:sldLayoutMkLst>
        </pc:sldLayoutChg>
        <pc:sldLayoutChg chg="add">
          <pc:chgData name="Ganesh Kumar, Lakshita" userId="S::lakshita.ganesh_kumar@uconn.edu::8ab877b3-7060-488f-a3f4-f2258aaa5ef2" providerId="AD" clId="Web-{D4EE229A-EDB3-479F-FA60-866779FC1634}" dt="2025-09-29T19:45:53.302" v="0"/>
          <pc:sldLayoutMkLst>
            <pc:docMk/>
            <pc:sldMasterMk cId="1884945811" sldId="2147483672"/>
            <pc:sldLayoutMk cId="3610307372" sldId="2147483681"/>
          </pc:sldLayoutMkLst>
        </pc:sldLayoutChg>
        <pc:sldLayoutChg chg="add">
          <pc:chgData name="Ganesh Kumar, Lakshita" userId="S::lakshita.ganesh_kumar@uconn.edu::8ab877b3-7060-488f-a3f4-f2258aaa5ef2" providerId="AD" clId="Web-{D4EE229A-EDB3-479F-FA60-866779FC1634}" dt="2025-09-29T19:45:53.302" v="0"/>
          <pc:sldLayoutMkLst>
            <pc:docMk/>
            <pc:sldMasterMk cId="1884945811" sldId="2147483672"/>
            <pc:sldLayoutMk cId="2383851106" sldId="2147483682"/>
          </pc:sldLayoutMkLst>
        </pc:sldLayoutChg>
        <pc:sldLayoutChg chg="add">
          <pc:chgData name="Ganesh Kumar, Lakshita" userId="S::lakshita.ganesh_kumar@uconn.edu::8ab877b3-7060-488f-a3f4-f2258aaa5ef2" providerId="AD" clId="Web-{D4EE229A-EDB3-479F-FA60-866779FC1634}" dt="2025-09-29T19:45:53.302" v="0"/>
          <pc:sldLayoutMkLst>
            <pc:docMk/>
            <pc:sldMasterMk cId="1884945811" sldId="2147483672"/>
            <pc:sldLayoutMk cId="1336416842" sldId="2147483683"/>
          </pc:sldLayoutMkLst>
        </pc:sldLayoutChg>
      </pc:sldMasterChg>
    </pc:docChg>
  </pc:docChgLst>
  <pc:docChgLst>
    <pc:chgData name="Ganesh, Sahana" userId="S::sahana.ganesh@uconn.edu::108d8563-8ac7-4244-aaa8-e6ee5ec4b367" providerId="AD" clId="Web-{DF984019-A3F7-F688-4CB5-89103408C468}"/>
    <pc:docChg chg="addSld modSld">
      <pc:chgData name="Ganesh, Sahana" userId="S::sahana.ganesh@uconn.edu::108d8563-8ac7-4244-aaa8-e6ee5ec4b367" providerId="AD" clId="Web-{DF984019-A3F7-F688-4CB5-89103408C468}" dt="2025-09-29T20:35:09.221" v="1630" actId="20577"/>
      <pc:docMkLst>
        <pc:docMk/>
      </pc:docMkLst>
      <pc:sldChg chg="addSp delSp modSp new">
        <pc:chgData name="Ganesh, Sahana" userId="S::sahana.ganesh@uconn.edu::108d8563-8ac7-4244-aaa8-e6ee5ec4b367" providerId="AD" clId="Web-{DF984019-A3F7-F688-4CB5-89103408C468}" dt="2025-09-29T20:09:19.421" v="1083" actId="20577"/>
        <pc:sldMkLst>
          <pc:docMk/>
          <pc:sldMk cId="2218970377" sldId="259"/>
        </pc:sldMkLst>
        <pc:spChg chg="mod">
          <ac:chgData name="Ganesh, Sahana" userId="S::sahana.ganesh@uconn.edu::108d8563-8ac7-4244-aaa8-e6ee5ec4b367" providerId="AD" clId="Web-{DF984019-A3F7-F688-4CB5-89103408C468}" dt="2025-09-29T19:47:48.248" v="56" actId="20577"/>
          <ac:spMkLst>
            <pc:docMk/>
            <pc:sldMk cId="2218970377" sldId="259"/>
            <ac:spMk id="2" creationId="{A7D005EF-FF32-19B1-69ED-BB0F66B66A27}"/>
          </ac:spMkLst>
        </pc:spChg>
        <pc:spChg chg="del">
          <ac:chgData name="Ganesh, Sahana" userId="S::sahana.ganesh@uconn.edu::108d8563-8ac7-4244-aaa8-e6ee5ec4b367" providerId="AD" clId="Web-{DF984019-A3F7-F688-4CB5-89103408C468}" dt="2025-09-29T19:48:21.686" v="57"/>
          <ac:spMkLst>
            <pc:docMk/>
            <pc:sldMk cId="2218970377" sldId="259"/>
            <ac:spMk id="3" creationId="{398B0405-D30B-A28B-FE67-AE0EB3165AB9}"/>
          </ac:spMkLst>
        </pc:spChg>
        <pc:spChg chg="add mod">
          <ac:chgData name="Ganesh, Sahana" userId="S::sahana.ganesh@uconn.edu::108d8563-8ac7-4244-aaa8-e6ee5ec4b367" providerId="AD" clId="Web-{DF984019-A3F7-F688-4CB5-89103408C468}" dt="2025-09-29T20:09:19.421" v="1083" actId="20577"/>
          <ac:spMkLst>
            <pc:docMk/>
            <pc:sldMk cId="2218970377" sldId="259"/>
            <ac:spMk id="5" creationId="{9BF4CA34-6F37-BFBB-25AD-3CF2956ABE1A}"/>
          </ac:spMkLst>
        </pc:spChg>
        <pc:spChg chg="add mod">
          <ac:chgData name="Ganesh, Sahana" userId="S::sahana.ganesh@uconn.edu::108d8563-8ac7-4244-aaa8-e6ee5ec4b367" providerId="AD" clId="Web-{DF984019-A3F7-F688-4CB5-89103408C468}" dt="2025-09-29T20:04:22.907" v="882" actId="20577"/>
          <ac:spMkLst>
            <pc:docMk/>
            <pc:sldMk cId="2218970377" sldId="259"/>
            <ac:spMk id="6" creationId="{53DCC3E4-3F3C-6131-262D-7CB5E640A115}"/>
          </ac:spMkLst>
        </pc:spChg>
        <pc:picChg chg="add mod ord">
          <ac:chgData name="Ganesh, Sahana" userId="S::sahana.ganesh@uconn.edu::108d8563-8ac7-4244-aaa8-e6ee5ec4b367" providerId="AD" clId="Web-{DF984019-A3F7-F688-4CB5-89103408C468}" dt="2025-09-29T19:57:47.969" v="614" actId="1076"/>
          <ac:picMkLst>
            <pc:docMk/>
            <pc:sldMk cId="2218970377" sldId="259"/>
            <ac:picMk id="4" creationId="{DB46DC13-BC31-DE91-EA74-2B99B1D98E23}"/>
          </ac:picMkLst>
        </pc:picChg>
      </pc:sldChg>
      <pc:sldChg chg="modSp new">
        <pc:chgData name="Ganesh, Sahana" userId="S::sahana.ganesh@uconn.edu::108d8563-8ac7-4244-aaa8-e6ee5ec4b367" providerId="AD" clId="Web-{DF984019-A3F7-F688-4CB5-89103408C468}" dt="2025-09-29T20:09:14.529" v="1076" actId="20577"/>
        <pc:sldMkLst>
          <pc:docMk/>
          <pc:sldMk cId="2136057317" sldId="263"/>
        </pc:sldMkLst>
        <pc:spChg chg="mod">
          <ac:chgData name="Ganesh, Sahana" userId="S::sahana.ganesh@uconn.edu::108d8563-8ac7-4244-aaa8-e6ee5ec4b367" providerId="AD" clId="Web-{DF984019-A3F7-F688-4CB5-89103408C468}" dt="2025-09-29T20:08:23.848" v="1008" actId="20577"/>
          <ac:spMkLst>
            <pc:docMk/>
            <pc:sldMk cId="2136057317" sldId="263"/>
            <ac:spMk id="2" creationId="{D5ED35A2-16FA-3510-F40A-2404A9BF505D}"/>
          </ac:spMkLst>
        </pc:spChg>
        <pc:spChg chg="mod">
          <ac:chgData name="Ganesh, Sahana" userId="S::sahana.ganesh@uconn.edu::108d8563-8ac7-4244-aaa8-e6ee5ec4b367" providerId="AD" clId="Web-{DF984019-A3F7-F688-4CB5-89103408C468}" dt="2025-09-29T20:09:14.529" v="1076" actId="20577"/>
          <ac:spMkLst>
            <pc:docMk/>
            <pc:sldMk cId="2136057317" sldId="263"/>
            <ac:spMk id="3" creationId="{9CBC3A36-7A42-6238-5A59-CDFC23762546}"/>
          </ac:spMkLst>
        </pc:spChg>
      </pc:sldChg>
      <pc:sldChg chg="modSp new">
        <pc:chgData name="Ganesh, Sahana" userId="S::sahana.ganesh@uconn.edu::108d8563-8ac7-4244-aaa8-e6ee5ec4b367" providerId="AD" clId="Web-{DF984019-A3F7-F688-4CB5-89103408C468}" dt="2025-09-29T20:16:12.587" v="1317" actId="20577"/>
        <pc:sldMkLst>
          <pc:docMk/>
          <pc:sldMk cId="2315066450" sldId="266"/>
        </pc:sldMkLst>
        <pc:spChg chg="mod">
          <ac:chgData name="Ganesh, Sahana" userId="S::sahana.ganesh@uconn.edu::108d8563-8ac7-4244-aaa8-e6ee5ec4b367" providerId="AD" clId="Web-{DF984019-A3F7-F688-4CB5-89103408C468}" dt="2025-09-29T20:10:56.857" v="1101" actId="20577"/>
          <ac:spMkLst>
            <pc:docMk/>
            <pc:sldMk cId="2315066450" sldId="266"/>
            <ac:spMk id="2" creationId="{CC62A678-583F-2046-8274-F1A0095B3CBA}"/>
          </ac:spMkLst>
        </pc:spChg>
        <pc:spChg chg="mod">
          <ac:chgData name="Ganesh, Sahana" userId="S::sahana.ganesh@uconn.edu::108d8563-8ac7-4244-aaa8-e6ee5ec4b367" providerId="AD" clId="Web-{DF984019-A3F7-F688-4CB5-89103408C468}" dt="2025-09-29T20:16:12.587" v="1317" actId="20577"/>
          <ac:spMkLst>
            <pc:docMk/>
            <pc:sldMk cId="2315066450" sldId="266"/>
            <ac:spMk id="3" creationId="{6B362D03-7BE5-B8F7-0F34-0CE4B39C5E2D}"/>
          </ac:spMkLst>
        </pc:spChg>
      </pc:sldChg>
      <pc:sldChg chg="addSp delSp modSp new">
        <pc:chgData name="Ganesh, Sahana" userId="S::sahana.ganesh@uconn.edu::108d8563-8ac7-4244-aaa8-e6ee5ec4b367" providerId="AD" clId="Web-{DF984019-A3F7-F688-4CB5-89103408C468}" dt="2025-09-29T20:35:09.221" v="1630" actId="20577"/>
        <pc:sldMkLst>
          <pc:docMk/>
          <pc:sldMk cId="1802330038" sldId="270"/>
        </pc:sldMkLst>
        <pc:spChg chg="mod">
          <ac:chgData name="Ganesh, Sahana" userId="S::sahana.ganesh@uconn.edu::108d8563-8ac7-4244-aaa8-e6ee5ec4b367" providerId="AD" clId="Web-{DF984019-A3F7-F688-4CB5-89103408C468}" dt="2025-09-29T20:16:49.682" v="1325" actId="20577"/>
          <ac:spMkLst>
            <pc:docMk/>
            <pc:sldMk cId="1802330038" sldId="270"/>
            <ac:spMk id="2" creationId="{6E7CD4D8-6999-9F57-4E95-47DBAA153FC7}"/>
          </ac:spMkLst>
        </pc:spChg>
        <pc:spChg chg="mod">
          <ac:chgData name="Ganesh, Sahana" userId="S::sahana.ganesh@uconn.edu::108d8563-8ac7-4244-aaa8-e6ee5ec4b367" providerId="AD" clId="Web-{DF984019-A3F7-F688-4CB5-89103408C468}" dt="2025-09-29T20:35:09.221" v="1630" actId="20577"/>
          <ac:spMkLst>
            <pc:docMk/>
            <pc:sldMk cId="1802330038" sldId="270"/>
            <ac:spMk id="3" creationId="{D4DF116A-67BF-49A2-4DC6-F4ED6CE1FF6B}"/>
          </ac:spMkLst>
        </pc:spChg>
        <pc:spChg chg="add del mod">
          <ac:chgData name="Ganesh, Sahana" userId="S::sahana.ganesh@uconn.edu::108d8563-8ac7-4244-aaa8-e6ee5ec4b367" providerId="AD" clId="Web-{DF984019-A3F7-F688-4CB5-89103408C468}" dt="2025-09-29T20:34:54.611" v="1617"/>
          <ac:spMkLst>
            <pc:docMk/>
            <pc:sldMk cId="1802330038" sldId="270"/>
            <ac:spMk id="4" creationId="{27050A09-0336-8205-C7A9-4C63D925A0F2}"/>
          </ac:spMkLst>
        </pc:spChg>
      </pc:sldChg>
    </pc:docChg>
  </pc:docChgLst>
  <pc:docChgLst>
    <pc:chgData name="Buchek, Joe" userId="S::joseph.buchek@uconn.edu::c368fc87-e5fe-43a6-a67e-984a971cd01b" providerId="AD" clId="Web-{F74517B4-B741-B470-408C-7118B890768D}"/>
    <pc:docChg chg="addSld modSld">
      <pc:chgData name="Buchek, Joe" userId="S::joseph.buchek@uconn.edu::c368fc87-e5fe-43a6-a67e-984a971cd01b" providerId="AD" clId="Web-{F74517B4-B741-B470-408C-7118B890768D}" dt="2025-09-29T20:37:09.484" v="1333" actId="20577"/>
      <pc:docMkLst>
        <pc:docMk/>
      </pc:docMkLst>
      <pc:sldChg chg="addSp delSp modSp new">
        <pc:chgData name="Buchek, Joe" userId="S::joseph.buchek@uconn.edu::c368fc87-e5fe-43a6-a67e-984a971cd01b" providerId="AD" clId="Web-{F74517B4-B741-B470-408C-7118B890768D}" dt="2025-09-29T20:01:48.232" v="448" actId="20577"/>
        <pc:sldMkLst>
          <pc:docMk/>
          <pc:sldMk cId="3927204572" sldId="260"/>
        </pc:sldMkLst>
        <pc:spChg chg="mod">
          <ac:chgData name="Buchek, Joe" userId="S::joseph.buchek@uconn.edu::c368fc87-e5fe-43a6-a67e-984a971cd01b" providerId="AD" clId="Web-{F74517B4-B741-B470-408C-7118B890768D}" dt="2025-09-29T19:54:16.629" v="278" actId="20577"/>
          <ac:spMkLst>
            <pc:docMk/>
            <pc:sldMk cId="3927204572" sldId="260"/>
            <ac:spMk id="2" creationId="{8334DD6F-E256-694F-69E1-B2BB0CC9FB1D}"/>
          </ac:spMkLst>
        </pc:spChg>
        <pc:spChg chg="del mod">
          <ac:chgData name="Buchek, Joe" userId="S::joseph.buchek@uconn.edu::c368fc87-e5fe-43a6-a67e-984a971cd01b" providerId="AD" clId="Web-{F74517B4-B741-B470-408C-7118B890768D}" dt="2025-09-29T19:49:34.131" v="54"/>
          <ac:spMkLst>
            <pc:docMk/>
            <pc:sldMk cId="3927204572" sldId="260"/>
            <ac:spMk id="3" creationId="{1CE48C1F-CFB6-C716-6C09-1723DB74DA96}"/>
          </ac:spMkLst>
        </pc:spChg>
        <pc:spChg chg="add mod">
          <ac:chgData name="Buchek, Joe" userId="S::joseph.buchek@uconn.edu::c368fc87-e5fe-43a6-a67e-984a971cd01b" providerId="AD" clId="Web-{F74517B4-B741-B470-408C-7118B890768D}" dt="2025-09-29T20:01:48.232" v="448" actId="20577"/>
          <ac:spMkLst>
            <pc:docMk/>
            <pc:sldMk cId="3927204572" sldId="260"/>
            <ac:spMk id="5" creationId="{F6EA1052-9036-E560-D29F-3A05266BB1AE}"/>
          </ac:spMkLst>
        </pc:spChg>
        <pc:picChg chg="add mod ord">
          <ac:chgData name="Buchek, Joe" userId="S::joseph.buchek@uconn.edu::c368fc87-e5fe-43a6-a67e-984a971cd01b" providerId="AD" clId="Web-{F74517B4-B741-B470-408C-7118B890768D}" dt="2025-09-29T19:49:34.131" v="54"/>
          <ac:picMkLst>
            <pc:docMk/>
            <pc:sldMk cId="3927204572" sldId="260"/>
            <ac:picMk id="4" creationId="{9833B878-8E9B-8199-DBE6-62F8677DB1B9}"/>
          </ac:picMkLst>
        </pc:picChg>
      </pc:sldChg>
      <pc:sldChg chg="modSp new">
        <pc:chgData name="Buchek, Joe" userId="S::joseph.buchek@uconn.edu::c368fc87-e5fe-43a6-a67e-984a971cd01b" providerId="AD" clId="Web-{F74517B4-B741-B470-408C-7118B890768D}" dt="2025-09-29T20:12:28.045" v="1073" actId="20577"/>
        <pc:sldMkLst>
          <pc:docMk/>
          <pc:sldMk cId="938085527" sldId="262"/>
        </pc:sldMkLst>
        <pc:spChg chg="mod">
          <ac:chgData name="Buchek, Joe" userId="S::joseph.buchek@uconn.edu::c368fc87-e5fe-43a6-a67e-984a971cd01b" providerId="AD" clId="Web-{F74517B4-B741-B470-408C-7118B890768D}" dt="2025-09-29T20:04:03.564" v="525" actId="20577"/>
          <ac:spMkLst>
            <pc:docMk/>
            <pc:sldMk cId="938085527" sldId="262"/>
            <ac:spMk id="2" creationId="{3E913577-5321-88EF-5E60-EC903FD96006}"/>
          </ac:spMkLst>
        </pc:spChg>
        <pc:spChg chg="mod">
          <ac:chgData name="Buchek, Joe" userId="S::joseph.buchek@uconn.edu::c368fc87-e5fe-43a6-a67e-984a971cd01b" providerId="AD" clId="Web-{F74517B4-B741-B470-408C-7118B890768D}" dt="2025-09-29T20:12:28.045" v="1073" actId="20577"/>
          <ac:spMkLst>
            <pc:docMk/>
            <pc:sldMk cId="938085527" sldId="262"/>
            <ac:spMk id="3" creationId="{467E69E0-3849-9458-350B-BD88731925F6}"/>
          </ac:spMkLst>
        </pc:spChg>
      </pc:sldChg>
      <pc:sldChg chg="modSp">
        <pc:chgData name="Buchek, Joe" userId="S::joseph.buchek@uconn.edu::c368fc87-e5fe-43a6-a67e-984a971cd01b" providerId="AD" clId="Web-{F74517B4-B741-B470-408C-7118B890768D}" dt="2025-09-29T20:21:27.340" v="1141" actId="20577"/>
        <pc:sldMkLst>
          <pc:docMk/>
          <pc:sldMk cId="2315066450" sldId="266"/>
        </pc:sldMkLst>
        <pc:spChg chg="mod">
          <ac:chgData name="Buchek, Joe" userId="S::joseph.buchek@uconn.edu::c368fc87-e5fe-43a6-a67e-984a971cd01b" providerId="AD" clId="Web-{F74517B4-B741-B470-408C-7118B890768D}" dt="2025-09-29T20:21:27.340" v="1141" actId="20577"/>
          <ac:spMkLst>
            <pc:docMk/>
            <pc:sldMk cId="2315066450" sldId="266"/>
            <ac:spMk id="3" creationId="{6B362D03-7BE5-B8F7-0F34-0CE4B39C5E2D}"/>
          </ac:spMkLst>
        </pc:spChg>
      </pc:sldChg>
      <pc:sldChg chg="modSp">
        <pc:chgData name="Buchek, Joe" userId="S::joseph.buchek@uconn.edu::c368fc87-e5fe-43a6-a67e-984a971cd01b" providerId="AD" clId="Web-{F74517B4-B741-B470-408C-7118B890768D}" dt="2025-09-29T20:37:09.484" v="1333" actId="20577"/>
        <pc:sldMkLst>
          <pc:docMk/>
          <pc:sldMk cId="1802330038" sldId="270"/>
        </pc:sldMkLst>
        <pc:spChg chg="mod">
          <ac:chgData name="Buchek, Joe" userId="S::joseph.buchek@uconn.edu::c368fc87-e5fe-43a6-a67e-984a971cd01b" providerId="AD" clId="Web-{F74517B4-B741-B470-408C-7118B890768D}" dt="2025-09-29T20:37:09.484" v="1333" actId="20577"/>
          <ac:spMkLst>
            <pc:docMk/>
            <pc:sldMk cId="1802330038" sldId="270"/>
            <ac:spMk id="3" creationId="{D4DF116A-67BF-49A2-4DC6-F4ED6CE1FF6B}"/>
          </ac:spMkLst>
        </pc:spChg>
      </pc:sldChg>
    </pc:docChg>
  </pc:docChgLst>
  <pc:docChgLst>
    <pc:chgData name="Lambiase, Christopher" userId="S::christopher.lambiase@uconn.edu::e384a3b1-12d3-40a4-aa64-d5cf317e2e0e" providerId="AD" clId="Web-{AFA0CD0E-C26C-8BEB-AE72-A0203B9A054E}"/>
    <pc:docChg chg="modSld">
      <pc:chgData name="Lambiase, Christopher" userId="S::christopher.lambiase@uconn.edu::e384a3b1-12d3-40a4-aa64-d5cf317e2e0e" providerId="AD" clId="Web-{AFA0CD0E-C26C-8BEB-AE72-A0203B9A054E}" dt="2025-09-29T20:37:48.301" v="820" actId="20577"/>
      <pc:docMkLst>
        <pc:docMk/>
      </pc:docMkLst>
      <pc:sldChg chg="modSp">
        <pc:chgData name="Lambiase, Christopher" userId="S::christopher.lambiase@uconn.edu::e384a3b1-12d3-40a4-aa64-d5cf317e2e0e" providerId="AD" clId="Web-{AFA0CD0E-C26C-8BEB-AE72-A0203B9A054E}" dt="2025-09-29T20:20:33.907" v="601" actId="20577"/>
        <pc:sldMkLst>
          <pc:docMk/>
          <pc:sldMk cId="3682038953" sldId="264"/>
        </pc:sldMkLst>
        <pc:spChg chg="mod">
          <ac:chgData name="Lambiase, Christopher" userId="S::christopher.lambiase@uconn.edu::e384a3b1-12d3-40a4-aa64-d5cf317e2e0e" providerId="AD" clId="Web-{AFA0CD0E-C26C-8BEB-AE72-A0203B9A054E}" dt="2025-09-29T20:20:33.907" v="601" actId="20577"/>
          <ac:spMkLst>
            <pc:docMk/>
            <pc:sldMk cId="3682038953" sldId="264"/>
            <ac:spMk id="3" creationId="{F8572487-BEC6-4809-146C-5DBF4DD06A09}"/>
          </ac:spMkLst>
        </pc:spChg>
      </pc:sldChg>
      <pc:sldChg chg="modSp">
        <pc:chgData name="Lambiase, Christopher" userId="S::christopher.lambiase@uconn.edu::e384a3b1-12d3-40a4-aa64-d5cf317e2e0e" providerId="AD" clId="Web-{AFA0CD0E-C26C-8BEB-AE72-A0203B9A054E}" dt="2025-09-29T20:22:17.598" v="620" actId="20577"/>
        <pc:sldMkLst>
          <pc:docMk/>
          <pc:sldMk cId="2315066450" sldId="266"/>
        </pc:sldMkLst>
        <pc:spChg chg="mod">
          <ac:chgData name="Lambiase, Christopher" userId="S::christopher.lambiase@uconn.edu::e384a3b1-12d3-40a4-aa64-d5cf317e2e0e" providerId="AD" clId="Web-{AFA0CD0E-C26C-8BEB-AE72-A0203B9A054E}" dt="2025-09-29T20:22:17.598" v="620" actId="20577"/>
          <ac:spMkLst>
            <pc:docMk/>
            <pc:sldMk cId="2315066450" sldId="266"/>
            <ac:spMk id="3" creationId="{6B362D03-7BE5-B8F7-0F34-0CE4B39C5E2D}"/>
          </ac:spMkLst>
        </pc:spChg>
      </pc:sldChg>
      <pc:sldChg chg="addSp delSp modSp">
        <pc:chgData name="Lambiase, Christopher" userId="S::christopher.lambiase@uconn.edu::e384a3b1-12d3-40a4-aa64-d5cf317e2e0e" providerId="AD" clId="Web-{AFA0CD0E-C26C-8BEB-AE72-A0203B9A054E}" dt="2025-09-29T20:37:48.301" v="820" actId="20577"/>
        <pc:sldMkLst>
          <pc:docMk/>
          <pc:sldMk cId="1802330038" sldId="270"/>
        </pc:sldMkLst>
        <pc:spChg chg="mod">
          <ac:chgData name="Lambiase, Christopher" userId="S::christopher.lambiase@uconn.edu::e384a3b1-12d3-40a4-aa64-d5cf317e2e0e" providerId="AD" clId="Web-{AFA0CD0E-C26C-8BEB-AE72-A0203B9A054E}" dt="2025-09-29T20:37:48.301" v="820" actId="20577"/>
          <ac:spMkLst>
            <pc:docMk/>
            <pc:sldMk cId="1802330038" sldId="270"/>
            <ac:spMk id="3" creationId="{D4DF116A-67BF-49A2-4DC6-F4ED6CE1FF6B}"/>
          </ac:spMkLst>
        </pc:spChg>
        <pc:spChg chg="add del mod">
          <ac:chgData name="Lambiase, Christopher" userId="S::christopher.lambiase@uconn.edu::e384a3b1-12d3-40a4-aa64-d5cf317e2e0e" providerId="AD" clId="Web-{AFA0CD0E-C26C-8BEB-AE72-A0203B9A054E}" dt="2025-09-29T20:35:45.393" v="733"/>
          <ac:spMkLst>
            <pc:docMk/>
            <pc:sldMk cId="1802330038" sldId="270"/>
            <ac:spMk id="5" creationId="{5455A180-1FAE-BC2A-E165-C421A88A2F5A}"/>
          </ac:spMkLst>
        </pc:spChg>
      </pc:sldChg>
    </pc:docChg>
  </pc:docChgLst>
  <pc:docChgLst>
    <pc:chgData name="Lambiase, Christopher" userId="S::christopher.lambiase@uconn.edu::e384a3b1-12d3-40a4-aa64-d5cf317e2e0e" providerId="AD" clId="Web-{495618C5-9D7E-0861-9478-8233CFDB42BC}"/>
    <pc:docChg chg="addSld modSld">
      <pc:chgData name="Lambiase, Christopher" userId="S::christopher.lambiase@uconn.edu::e384a3b1-12d3-40a4-aa64-d5cf317e2e0e" providerId="AD" clId="Web-{495618C5-9D7E-0861-9478-8233CFDB42BC}" dt="2025-09-29T19:54:24.371" v="63" actId="20577"/>
      <pc:docMkLst>
        <pc:docMk/>
      </pc:docMkLst>
      <pc:sldChg chg="addSp delSp modSp new mod setBg">
        <pc:chgData name="Lambiase, Christopher" userId="S::christopher.lambiase@uconn.edu::e384a3b1-12d3-40a4-aa64-d5cf317e2e0e" providerId="AD" clId="Web-{495618C5-9D7E-0861-9478-8233CFDB42BC}" dt="2025-09-29T19:54:24.371" v="63" actId="20577"/>
        <pc:sldMkLst>
          <pc:docMk/>
          <pc:sldMk cId="3156052169" sldId="258"/>
        </pc:sldMkLst>
        <pc:spChg chg="mod">
          <ac:chgData name="Lambiase, Christopher" userId="S::christopher.lambiase@uconn.edu::e384a3b1-12d3-40a4-aa64-d5cf317e2e0e" providerId="AD" clId="Web-{495618C5-9D7E-0861-9478-8233CFDB42BC}" dt="2025-09-29T19:52:09.339" v="32"/>
          <ac:spMkLst>
            <pc:docMk/>
            <pc:sldMk cId="3156052169" sldId="258"/>
            <ac:spMk id="2" creationId="{3C258D8B-BA54-0D54-60C3-C28A2DECDB2E}"/>
          </ac:spMkLst>
        </pc:spChg>
        <pc:spChg chg="del mod">
          <ac:chgData name="Lambiase, Christopher" userId="S::christopher.lambiase@uconn.edu::e384a3b1-12d3-40a4-aa64-d5cf317e2e0e" providerId="AD" clId="Web-{495618C5-9D7E-0861-9478-8233CFDB42BC}" dt="2025-09-29T19:52:00.027" v="30"/>
          <ac:spMkLst>
            <pc:docMk/>
            <pc:sldMk cId="3156052169" sldId="258"/>
            <ac:spMk id="3" creationId="{83C225CF-8DEE-2B2A-8B73-DB9E04747B08}"/>
          </ac:spMkLst>
        </pc:spChg>
        <pc:spChg chg="add mod">
          <ac:chgData name="Lambiase, Christopher" userId="S::christopher.lambiase@uconn.edu::e384a3b1-12d3-40a4-aa64-d5cf317e2e0e" providerId="AD" clId="Web-{495618C5-9D7E-0861-9478-8233CFDB42BC}" dt="2025-09-29T19:54:24.371" v="63" actId="20577"/>
          <ac:spMkLst>
            <pc:docMk/>
            <pc:sldMk cId="3156052169" sldId="258"/>
            <ac:spMk id="8" creationId="{EC2F692A-93D5-18B0-8EE9-F6FA2C1C4E6C}"/>
          </ac:spMkLst>
        </pc:spChg>
        <pc:spChg chg="add">
          <ac:chgData name="Lambiase, Christopher" userId="S::christopher.lambiase@uconn.edu::e384a3b1-12d3-40a4-aa64-d5cf317e2e0e" providerId="AD" clId="Web-{495618C5-9D7E-0861-9478-8233CFDB42BC}" dt="2025-09-29T19:52:09.339" v="32"/>
          <ac:spMkLst>
            <pc:docMk/>
            <pc:sldMk cId="3156052169" sldId="258"/>
            <ac:spMk id="11" creationId="{5E8D3B17-7638-DFD3-18E4-8A6D611749CF}"/>
          </ac:spMkLst>
        </pc:spChg>
        <pc:picChg chg="add mod ord">
          <ac:chgData name="Lambiase, Christopher" userId="S::christopher.lambiase@uconn.edu::e384a3b1-12d3-40a4-aa64-d5cf317e2e0e" providerId="AD" clId="Web-{495618C5-9D7E-0861-9478-8233CFDB42BC}" dt="2025-09-29T19:52:09.339" v="32"/>
          <ac:picMkLst>
            <pc:docMk/>
            <pc:sldMk cId="3156052169" sldId="258"/>
            <ac:picMk id="4" creationId="{884D050E-0327-1F15-4777-56B3764D07D3}"/>
          </ac:picMkLst>
        </pc:picChg>
      </pc:sldChg>
    </pc:docChg>
  </pc:docChgLst>
  <pc:docChgLst>
    <pc:chgData name="Lambiase, Christopher" userId="S::christopher.lambiase@uconn.edu::e384a3b1-12d3-40a4-aa64-d5cf317e2e0e" providerId="AD" clId="Web-{289F0F08-607C-88FA-90D0-BC82B6802099}"/>
    <pc:docChg chg="addSld modSld">
      <pc:chgData name="Lambiase, Christopher" userId="S::christopher.lambiase@uconn.edu::e384a3b1-12d3-40a4-aa64-d5cf317e2e0e" providerId="AD" clId="Web-{289F0F08-607C-88FA-90D0-BC82B6802099}" dt="2025-09-29T20:09:12.527" v="679" actId="20577"/>
      <pc:docMkLst>
        <pc:docMk/>
      </pc:docMkLst>
      <pc:sldChg chg="modSp">
        <pc:chgData name="Lambiase, Christopher" userId="S::christopher.lambiase@uconn.edu::e384a3b1-12d3-40a4-aa64-d5cf317e2e0e" providerId="AD" clId="Web-{289F0F08-607C-88FA-90D0-BC82B6802099}" dt="2025-09-29T20:07:02.974" v="572" actId="20577"/>
        <pc:sldMkLst>
          <pc:docMk/>
          <pc:sldMk cId="3156052169" sldId="258"/>
        </pc:sldMkLst>
        <pc:spChg chg="mod">
          <ac:chgData name="Lambiase, Christopher" userId="S::christopher.lambiase@uconn.edu::e384a3b1-12d3-40a4-aa64-d5cf317e2e0e" providerId="AD" clId="Web-{289F0F08-607C-88FA-90D0-BC82B6802099}" dt="2025-09-29T20:00:25.405" v="207" actId="1076"/>
          <ac:spMkLst>
            <pc:docMk/>
            <pc:sldMk cId="3156052169" sldId="258"/>
            <ac:spMk id="2" creationId="{3C258D8B-BA54-0D54-60C3-C28A2DECDB2E}"/>
          </ac:spMkLst>
        </pc:spChg>
        <pc:spChg chg="mod">
          <ac:chgData name="Lambiase, Christopher" userId="S::christopher.lambiase@uconn.edu::e384a3b1-12d3-40a4-aa64-d5cf317e2e0e" providerId="AD" clId="Web-{289F0F08-607C-88FA-90D0-BC82B6802099}" dt="2025-09-29T20:07:02.974" v="572" actId="20577"/>
          <ac:spMkLst>
            <pc:docMk/>
            <pc:sldMk cId="3156052169" sldId="258"/>
            <ac:spMk id="8" creationId="{EC2F692A-93D5-18B0-8EE9-F6FA2C1C4E6C}"/>
          </ac:spMkLst>
        </pc:spChg>
        <pc:spChg chg="mod">
          <ac:chgData name="Lambiase, Christopher" userId="S::christopher.lambiase@uconn.edu::e384a3b1-12d3-40a4-aa64-d5cf317e2e0e" providerId="AD" clId="Web-{289F0F08-607C-88FA-90D0-BC82B6802099}" dt="2025-09-29T20:03:46.944" v="342" actId="20577"/>
          <ac:spMkLst>
            <pc:docMk/>
            <pc:sldMk cId="3156052169" sldId="258"/>
            <ac:spMk id="11" creationId="{5E8D3B17-7638-DFD3-18E4-8A6D611749CF}"/>
          </ac:spMkLst>
        </pc:spChg>
      </pc:sldChg>
      <pc:sldChg chg="modSp new">
        <pc:chgData name="Lambiase, Christopher" userId="S::christopher.lambiase@uconn.edu::e384a3b1-12d3-40a4-aa64-d5cf317e2e0e" providerId="AD" clId="Web-{289F0F08-607C-88FA-90D0-BC82B6802099}" dt="2025-09-29T20:09:12.527" v="679" actId="20577"/>
        <pc:sldMkLst>
          <pc:docMk/>
          <pc:sldMk cId="3682038953" sldId="264"/>
        </pc:sldMkLst>
        <pc:spChg chg="mod">
          <ac:chgData name="Lambiase, Christopher" userId="S::christopher.lambiase@uconn.edu::e384a3b1-12d3-40a4-aa64-d5cf317e2e0e" providerId="AD" clId="Web-{289F0F08-607C-88FA-90D0-BC82B6802099}" dt="2025-09-29T20:08:55.339" v="673" actId="20577"/>
          <ac:spMkLst>
            <pc:docMk/>
            <pc:sldMk cId="3682038953" sldId="264"/>
            <ac:spMk id="2" creationId="{D1F6DEE4-A6F9-11A1-C427-32CDB9E77B66}"/>
          </ac:spMkLst>
        </pc:spChg>
        <pc:spChg chg="mod">
          <ac:chgData name="Lambiase, Christopher" userId="S::christopher.lambiase@uconn.edu::e384a3b1-12d3-40a4-aa64-d5cf317e2e0e" providerId="AD" clId="Web-{289F0F08-607C-88FA-90D0-BC82B6802099}" dt="2025-09-29T20:09:12.527" v="679" actId="20577"/>
          <ac:spMkLst>
            <pc:docMk/>
            <pc:sldMk cId="3682038953" sldId="264"/>
            <ac:spMk id="3" creationId="{F8572487-BEC6-4809-146C-5DBF4DD06A0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9/29/2025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915508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9/29/2025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746909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9/29/2025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133130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9/29/2025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310255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9/29/2025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3266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9/29/2025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81978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9/29/2025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7049583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9/29/2025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781083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9/29/2025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103073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9/29/2025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83851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9/29/2025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364168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9/29/2025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188494581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A875D55-4A80-43E9-38F6-27E366493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mosaic of colorful geometric shapes">
            <a:extLst>
              <a:ext uri="{FF2B5EF4-FFF2-40B4-BE49-F238E27FC236}">
                <a16:creationId xmlns:a16="http://schemas.microsoft.com/office/drawing/2014/main" id="{C0EDCB1F-5F0C-80AE-4F16-7EA5248AAFD3}"/>
              </a:ext>
            </a:extLst>
          </p:cNvPr>
          <p:cNvPicPr>
            <a:picLocks noChangeAspect="1"/>
          </p:cNvPicPr>
          <p:nvPr/>
        </p:nvPicPr>
        <p:blipFill>
          <a:blip r:embed="rId2">
            <a:alphaModFix amt="60000"/>
          </a:blip>
          <a:srcRect t="16299" r="-2" b="4957"/>
          <a:stretch>
            <a:fillRect/>
          </a:stretch>
        </p:blipFill>
        <p:spPr>
          <a:xfrm>
            <a:off x="1" y="1"/>
            <a:ext cx="12192000" cy="6857999"/>
          </a:xfrm>
          <a:prstGeom prst="rect">
            <a:avLst/>
          </a:prstGeom>
        </p:spPr>
      </p:pic>
      <p:sp>
        <p:nvSpPr>
          <p:cNvPr id="2" name="Title 1"/>
          <p:cNvSpPr>
            <a:spLocks noGrp="1"/>
          </p:cNvSpPr>
          <p:nvPr>
            <p:ph type="ctrTitle"/>
          </p:nvPr>
        </p:nvSpPr>
        <p:spPr>
          <a:xfrm>
            <a:off x="2301923" y="1482602"/>
            <a:ext cx="7588155" cy="2236264"/>
          </a:xfrm>
        </p:spPr>
        <p:txBody>
          <a:bodyPr>
            <a:normAutofit/>
          </a:bodyPr>
          <a:lstStyle/>
          <a:p>
            <a:r>
              <a:rPr lang="en-US" sz="5400">
                <a:solidFill>
                  <a:srgbClr val="FFFFFF"/>
                </a:solidFill>
              </a:rPr>
              <a:t>SECOND HAND MARKET PLACE</a:t>
            </a:r>
          </a:p>
        </p:txBody>
      </p:sp>
      <p:sp>
        <p:nvSpPr>
          <p:cNvPr id="3" name="Subtitle 2"/>
          <p:cNvSpPr>
            <a:spLocks noGrp="1"/>
          </p:cNvSpPr>
          <p:nvPr>
            <p:ph type="subTitle" idx="1"/>
          </p:nvPr>
        </p:nvSpPr>
        <p:spPr>
          <a:xfrm>
            <a:off x="2301923" y="3793937"/>
            <a:ext cx="7588155" cy="1414091"/>
          </a:xfrm>
        </p:spPr>
        <p:txBody>
          <a:bodyPr vert="horz" lIns="91440" tIns="45720" rIns="91440" bIns="45720" rtlCol="0" anchor="t">
            <a:normAutofit/>
          </a:bodyPr>
          <a:lstStyle/>
          <a:p>
            <a:r>
              <a:rPr lang="en-US" sz="2200">
                <a:solidFill>
                  <a:srgbClr val="FFFFFF"/>
                </a:solidFill>
              </a:rPr>
              <a:t>Group #26</a:t>
            </a:r>
          </a:p>
          <a:p>
            <a:r>
              <a:rPr lang="en-US" sz="2200">
                <a:solidFill>
                  <a:srgbClr val="FFFFFF"/>
                </a:solidFill>
              </a:rPr>
              <a:t>Sahana, Lakshita, Joe, Christopher</a:t>
            </a:r>
          </a:p>
        </p:txBody>
      </p: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5D3817B-01DA-DCDA-FA18-49D6FF0037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n old person with a shopping cart in a store&#10;&#10;AI-generated content may be incorrect.">
            <a:extLst>
              <a:ext uri="{FF2B5EF4-FFF2-40B4-BE49-F238E27FC236}">
                <a16:creationId xmlns:a16="http://schemas.microsoft.com/office/drawing/2014/main" id="{66DBC58D-FFD7-8242-23A6-90F2A363714F}"/>
              </a:ext>
            </a:extLst>
          </p:cNvPr>
          <p:cNvPicPr>
            <a:picLocks noChangeAspect="1"/>
          </p:cNvPicPr>
          <p:nvPr/>
        </p:nvPicPr>
        <p:blipFill>
          <a:blip r:embed="rId2"/>
          <a:srcRect t="18476" b="43977"/>
          <a:stretch>
            <a:fillRect/>
          </a:stretch>
        </p:blipFill>
        <p:spPr>
          <a:xfrm>
            <a:off x="20" y="10"/>
            <a:ext cx="12191980" cy="6857990"/>
          </a:xfrm>
          <a:prstGeom prst="rect">
            <a:avLst/>
          </a:prstGeom>
        </p:spPr>
      </p:pic>
    </p:spTree>
    <p:extLst>
      <p:ext uri="{BB962C8B-B14F-4D97-AF65-F5344CB8AC3E}">
        <p14:creationId xmlns:p14="http://schemas.microsoft.com/office/powerpoint/2010/main" val="3449638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1C0F7-6444-3ADD-70E6-B044C6579EAC}"/>
              </a:ext>
            </a:extLst>
          </p:cNvPr>
          <p:cNvSpPr>
            <a:spLocks noGrp="1"/>
          </p:cNvSpPr>
          <p:nvPr>
            <p:ph type="title"/>
          </p:nvPr>
        </p:nvSpPr>
        <p:spPr>
          <a:xfrm>
            <a:off x="612648" y="548640"/>
            <a:ext cx="10653578" cy="565482"/>
          </a:xfrm>
        </p:spPr>
        <p:txBody>
          <a:bodyPr>
            <a:normAutofit fontScale="90000"/>
          </a:bodyPr>
          <a:lstStyle/>
          <a:p>
            <a:r>
              <a:rPr lang="en-US"/>
              <a:t>User Persona 1: Person Trying to Sell Items</a:t>
            </a:r>
          </a:p>
        </p:txBody>
      </p:sp>
      <p:pic>
        <p:nvPicPr>
          <p:cNvPr id="4" name="Picture 3" descr="An old person with a shopping cart in a store&#10;&#10;AI-generated content may be incorrect.">
            <a:extLst>
              <a:ext uri="{FF2B5EF4-FFF2-40B4-BE49-F238E27FC236}">
                <a16:creationId xmlns:a16="http://schemas.microsoft.com/office/drawing/2014/main" id="{26FB1A0D-EFBD-52D0-8D7F-C390882161E2}"/>
              </a:ext>
            </a:extLst>
          </p:cNvPr>
          <p:cNvPicPr>
            <a:picLocks noChangeAspect="1"/>
          </p:cNvPicPr>
          <p:nvPr/>
        </p:nvPicPr>
        <p:blipFill>
          <a:blip r:embed="rId2"/>
          <a:stretch>
            <a:fillRect/>
          </a:stretch>
        </p:blipFill>
        <p:spPr>
          <a:xfrm>
            <a:off x="610858" y="1454726"/>
            <a:ext cx="3236926" cy="4855389"/>
          </a:xfrm>
          <a:prstGeom prst="rect">
            <a:avLst/>
          </a:prstGeom>
        </p:spPr>
      </p:pic>
      <p:sp>
        <p:nvSpPr>
          <p:cNvPr id="5" name="TextBox 4">
            <a:extLst>
              <a:ext uri="{FF2B5EF4-FFF2-40B4-BE49-F238E27FC236}">
                <a16:creationId xmlns:a16="http://schemas.microsoft.com/office/drawing/2014/main" id="{4AB80F6F-C801-1ACE-1BAE-9298D12E5A92}"/>
              </a:ext>
            </a:extLst>
          </p:cNvPr>
          <p:cNvSpPr txBox="1"/>
          <p:nvPr/>
        </p:nvSpPr>
        <p:spPr>
          <a:xfrm>
            <a:off x="4168958" y="1454727"/>
            <a:ext cx="7254743" cy="48320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000">
                <a:latin typeface="Calibri"/>
                <a:ea typeface="Calibri"/>
                <a:cs typeface="Calibri"/>
              </a:rPr>
              <a:t>Gladys</a:t>
            </a:r>
          </a:p>
          <a:p>
            <a:endParaRPr lang="en-US" sz="1200">
              <a:latin typeface="Calibri"/>
              <a:ea typeface="Calibri"/>
              <a:cs typeface="Calibri"/>
            </a:endParaRPr>
          </a:p>
          <a:p>
            <a:r>
              <a:rPr lang="en-US" sz="1600" b="1">
                <a:latin typeface="Calibri"/>
                <a:ea typeface="+mn-lt"/>
                <a:cs typeface="+mn-lt"/>
              </a:rPr>
              <a:t>Demographics:</a:t>
            </a:r>
            <a:endParaRPr lang="en-US" sz="1600">
              <a:latin typeface="Calibri"/>
              <a:ea typeface="Calibri"/>
              <a:cs typeface="Calibri"/>
            </a:endParaRPr>
          </a:p>
          <a:p>
            <a:pPr marL="285750" indent="-285750">
              <a:buFont typeface="Arial"/>
              <a:buChar char="•"/>
            </a:pPr>
            <a:r>
              <a:rPr lang="en-US" sz="1200">
                <a:latin typeface="Calibri"/>
                <a:ea typeface="+mn-lt"/>
                <a:cs typeface="+mn-lt"/>
              </a:rPr>
              <a:t>Age: 72</a:t>
            </a:r>
            <a:endParaRPr lang="en-US" sz="1200">
              <a:latin typeface="Calibri"/>
              <a:ea typeface="Calibri"/>
              <a:cs typeface="Calibri"/>
            </a:endParaRPr>
          </a:p>
          <a:p>
            <a:pPr marL="285750" indent="-285750">
              <a:buFont typeface="Arial"/>
              <a:buChar char="•"/>
            </a:pPr>
            <a:r>
              <a:rPr lang="en-US" sz="1200">
                <a:latin typeface="Calibri"/>
                <a:ea typeface="+mn-lt"/>
                <a:cs typeface="+mn-lt"/>
              </a:rPr>
              <a:t>Location: Suburban town, lives near her family</a:t>
            </a:r>
            <a:endParaRPr lang="en-US" sz="1200">
              <a:latin typeface="Calibri"/>
              <a:ea typeface="Calibri"/>
              <a:cs typeface="Calibri"/>
            </a:endParaRPr>
          </a:p>
          <a:p>
            <a:pPr marL="285750" indent="-285750">
              <a:buFont typeface="Arial"/>
              <a:buChar char="•"/>
            </a:pPr>
            <a:r>
              <a:rPr lang="en-US" sz="1200">
                <a:latin typeface="Calibri"/>
                <a:ea typeface="+mn-lt"/>
                <a:cs typeface="+mn-lt"/>
              </a:rPr>
              <a:t>Role: Retired schoolteacher, grandmother, occasional community volunteer</a:t>
            </a:r>
            <a:endParaRPr lang="en-US" sz="1200">
              <a:latin typeface="Calibri"/>
              <a:ea typeface="Calibri"/>
              <a:cs typeface="Calibri"/>
            </a:endParaRPr>
          </a:p>
          <a:p>
            <a:endParaRPr lang="en-US" sz="1200">
              <a:latin typeface="Calibri"/>
              <a:ea typeface="+mn-lt"/>
              <a:cs typeface="+mn-lt"/>
            </a:endParaRPr>
          </a:p>
          <a:p>
            <a:r>
              <a:rPr lang="en-US" sz="1600" b="1">
                <a:latin typeface="Calibri"/>
                <a:ea typeface="+mn-lt"/>
                <a:cs typeface="+mn-lt"/>
              </a:rPr>
              <a:t>Goals &amp; Aspirations:</a:t>
            </a:r>
            <a:endParaRPr lang="en-US" sz="1600">
              <a:latin typeface="Calibri"/>
              <a:ea typeface="Calibri"/>
              <a:cs typeface="Calibri"/>
            </a:endParaRPr>
          </a:p>
          <a:p>
            <a:pPr marL="285750" indent="-285750">
              <a:buFont typeface="Arial"/>
              <a:buChar char="•"/>
            </a:pPr>
            <a:r>
              <a:rPr lang="en-US" sz="1200">
                <a:latin typeface="Calibri"/>
                <a:ea typeface="+mn-lt"/>
                <a:cs typeface="+mn-lt"/>
              </a:rPr>
              <a:t>Make some extra income to treat her grandchildren and fund hobbies (like knitting and gardening)</a:t>
            </a:r>
            <a:endParaRPr lang="en-US" sz="1200">
              <a:latin typeface="Calibri"/>
              <a:ea typeface="Calibri"/>
              <a:cs typeface="Calibri"/>
            </a:endParaRPr>
          </a:p>
          <a:p>
            <a:pPr marL="285750" indent="-285750">
              <a:buFont typeface="Arial"/>
              <a:buChar char="•"/>
            </a:pPr>
            <a:r>
              <a:rPr lang="en-US" sz="1200">
                <a:latin typeface="Calibri"/>
                <a:ea typeface="+mn-lt"/>
                <a:cs typeface="+mn-lt"/>
              </a:rPr>
              <a:t>Pass on items she’s loved to people who will use them</a:t>
            </a:r>
            <a:endParaRPr lang="en-US" sz="1200">
              <a:latin typeface="Calibri"/>
              <a:ea typeface="Calibri"/>
              <a:cs typeface="Calibri"/>
            </a:endParaRPr>
          </a:p>
          <a:p>
            <a:pPr marL="285750" indent="-285750">
              <a:buFont typeface="Arial"/>
              <a:buChar char="•"/>
            </a:pPr>
            <a:r>
              <a:rPr lang="en-US" sz="1200">
                <a:latin typeface="Calibri"/>
                <a:ea typeface="+mn-lt"/>
                <a:cs typeface="+mn-lt"/>
              </a:rPr>
              <a:t>Use technology without feeling overwhelmed</a:t>
            </a:r>
            <a:endParaRPr lang="en-US" sz="1200">
              <a:latin typeface="Calibri"/>
              <a:ea typeface="Calibri"/>
              <a:cs typeface="Calibri"/>
            </a:endParaRPr>
          </a:p>
          <a:p>
            <a:endParaRPr lang="en-US" sz="1200">
              <a:latin typeface="Calibri"/>
              <a:ea typeface="+mn-lt"/>
              <a:cs typeface="+mn-lt"/>
            </a:endParaRPr>
          </a:p>
          <a:p>
            <a:r>
              <a:rPr lang="en-US" sz="1600" b="1">
                <a:latin typeface="Calibri"/>
                <a:ea typeface="+mn-lt"/>
                <a:cs typeface="+mn-lt"/>
              </a:rPr>
              <a:t>Pain Points / Needs:</a:t>
            </a:r>
            <a:endParaRPr lang="en-US" sz="1600">
              <a:latin typeface="Calibri"/>
              <a:ea typeface="Calibri"/>
              <a:cs typeface="Calibri"/>
            </a:endParaRPr>
          </a:p>
          <a:p>
            <a:pPr marL="285750" indent="-285750">
              <a:buFont typeface="Arial"/>
              <a:buChar char="•"/>
            </a:pPr>
            <a:r>
              <a:rPr lang="en-US" sz="1200">
                <a:latin typeface="Calibri"/>
                <a:ea typeface="+mn-lt"/>
                <a:cs typeface="+mn-lt"/>
              </a:rPr>
              <a:t>Overly complicated resale platforms with too many features</a:t>
            </a:r>
            <a:endParaRPr lang="en-US" sz="1200">
              <a:latin typeface="Calibri"/>
              <a:ea typeface="Calibri"/>
              <a:cs typeface="Calibri"/>
            </a:endParaRPr>
          </a:p>
          <a:p>
            <a:pPr marL="285750" indent="-285750">
              <a:buFont typeface="Arial"/>
              <a:buChar char="•"/>
            </a:pPr>
            <a:r>
              <a:rPr lang="en-US" sz="1200">
                <a:latin typeface="Calibri"/>
                <a:ea typeface="+mn-lt"/>
                <a:cs typeface="+mn-lt"/>
              </a:rPr>
              <a:t>Fear of scams, unreliable buyers, and unsafe meetups</a:t>
            </a:r>
            <a:endParaRPr lang="en-US" sz="1200">
              <a:latin typeface="Calibri"/>
              <a:ea typeface="Calibri"/>
              <a:cs typeface="Calibri"/>
            </a:endParaRPr>
          </a:p>
          <a:p>
            <a:pPr marL="285750" indent="-285750">
              <a:buFont typeface="Arial"/>
              <a:buChar char="•"/>
            </a:pPr>
            <a:r>
              <a:rPr lang="en-US" sz="1200">
                <a:latin typeface="Calibri"/>
                <a:ea typeface="+mn-lt"/>
                <a:cs typeface="+mn-lt"/>
              </a:rPr>
              <a:t>Needs clear steps and easy navigation</a:t>
            </a:r>
            <a:endParaRPr lang="en-US" sz="1200">
              <a:latin typeface="Calibri"/>
              <a:ea typeface="Calibri"/>
              <a:cs typeface="Calibri"/>
            </a:endParaRPr>
          </a:p>
          <a:p>
            <a:endParaRPr lang="en-US" sz="1200">
              <a:latin typeface="Calibri"/>
              <a:ea typeface="+mn-lt"/>
              <a:cs typeface="+mn-lt"/>
            </a:endParaRPr>
          </a:p>
          <a:p>
            <a:r>
              <a:rPr lang="en-US" sz="1600" b="1">
                <a:latin typeface="Calibri"/>
                <a:ea typeface="+mn-lt"/>
                <a:cs typeface="+mn-lt"/>
              </a:rPr>
              <a:t>Usage Context:</a:t>
            </a:r>
            <a:endParaRPr lang="en-US" sz="1600">
              <a:latin typeface="Calibri"/>
              <a:ea typeface="Calibri"/>
              <a:cs typeface="Calibri"/>
            </a:endParaRPr>
          </a:p>
          <a:p>
            <a:pPr marL="285750" indent="-285750">
              <a:buFont typeface="Arial"/>
              <a:buChar char="•"/>
            </a:pPr>
            <a:r>
              <a:rPr lang="en-US" sz="1200">
                <a:latin typeface="Calibri"/>
                <a:ea typeface="+mn-lt"/>
                <a:cs typeface="+mn-lt"/>
              </a:rPr>
              <a:t>Uses the marketplace app mostly at home on her iPad or iPhone</a:t>
            </a:r>
            <a:endParaRPr lang="en-US" sz="1200">
              <a:latin typeface="Calibri"/>
              <a:ea typeface="Calibri"/>
              <a:cs typeface="Calibri"/>
            </a:endParaRPr>
          </a:p>
          <a:p>
            <a:pPr marL="285750" indent="-285750">
              <a:buFont typeface="Arial"/>
              <a:buChar char="•"/>
            </a:pPr>
            <a:r>
              <a:rPr lang="en-US" sz="1200">
                <a:latin typeface="Calibri"/>
                <a:ea typeface="+mn-lt"/>
                <a:cs typeface="+mn-lt"/>
              </a:rPr>
              <a:t>She uploads items while going through her garage or closet</a:t>
            </a:r>
            <a:endParaRPr lang="en-US" sz="1200">
              <a:latin typeface="Calibri"/>
              <a:ea typeface="Calibri"/>
              <a:cs typeface="Calibri"/>
            </a:endParaRPr>
          </a:p>
          <a:p>
            <a:pPr marL="285750" indent="-285750">
              <a:buFont typeface="Arial"/>
              <a:buChar char="•"/>
            </a:pPr>
            <a:r>
              <a:rPr lang="en-US" sz="1200">
                <a:latin typeface="Calibri"/>
                <a:ea typeface="+mn-lt"/>
                <a:cs typeface="+mn-lt"/>
              </a:rPr>
              <a:t>Prefers secure, cashless payments and safe pickup options</a:t>
            </a:r>
            <a:endParaRPr lang="en-US" sz="1200">
              <a:latin typeface="Calibri"/>
              <a:ea typeface="Calibri"/>
              <a:cs typeface="Calibri"/>
            </a:endParaRPr>
          </a:p>
          <a:p>
            <a:pPr marL="285750" indent="-285750">
              <a:buFont typeface="Arial"/>
              <a:buChar char="•"/>
            </a:pPr>
            <a:r>
              <a:rPr lang="en-US" sz="1200">
                <a:latin typeface="Calibri"/>
                <a:ea typeface="+mn-lt"/>
                <a:cs typeface="+mn-lt"/>
              </a:rPr>
              <a:t>Looks for a simple, trustworthy platform that feels community-based rather than transactional</a:t>
            </a:r>
            <a:endParaRPr lang="en-US" sz="1200">
              <a:latin typeface="Calibri"/>
              <a:ea typeface="Calibri"/>
              <a:cs typeface="Calibri"/>
            </a:endParaRPr>
          </a:p>
        </p:txBody>
      </p:sp>
    </p:spTree>
    <p:extLst>
      <p:ext uri="{BB962C8B-B14F-4D97-AF65-F5344CB8AC3E}">
        <p14:creationId xmlns:p14="http://schemas.microsoft.com/office/powerpoint/2010/main" val="1047535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B117B-B038-2EE7-8B4F-C8F4D2A4AD98}"/>
              </a:ext>
            </a:extLst>
          </p:cNvPr>
          <p:cNvSpPr>
            <a:spLocks noGrp="1"/>
          </p:cNvSpPr>
          <p:nvPr>
            <p:ph type="title"/>
          </p:nvPr>
        </p:nvSpPr>
        <p:spPr>
          <a:xfrm>
            <a:off x="612648" y="548640"/>
            <a:ext cx="10653578" cy="679476"/>
          </a:xfrm>
        </p:spPr>
        <p:txBody>
          <a:bodyPr/>
          <a:lstStyle/>
          <a:p>
            <a:r>
              <a:rPr lang="en-US"/>
              <a:t>Scenario 1: Gladys Sells a Rocking Chair</a:t>
            </a:r>
          </a:p>
        </p:txBody>
      </p:sp>
      <p:sp>
        <p:nvSpPr>
          <p:cNvPr id="3" name="Content Placeholder 2">
            <a:extLst>
              <a:ext uri="{FF2B5EF4-FFF2-40B4-BE49-F238E27FC236}">
                <a16:creationId xmlns:a16="http://schemas.microsoft.com/office/drawing/2014/main" id="{BF1643FA-2001-2656-A018-FFB9FCA9FB1E}"/>
              </a:ext>
            </a:extLst>
          </p:cNvPr>
          <p:cNvSpPr>
            <a:spLocks noGrp="1"/>
          </p:cNvSpPr>
          <p:nvPr>
            <p:ph idx="1"/>
          </p:nvPr>
        </p:nvSpPr>
        <p:spPr>
          <a:xfrm>
            <a:off x="612647" y="1251706"/>
            <a:ext cx="10653579" cy="5057654"/>
          </a:xfrm>
        </p:spPr>
        <p:txBody>
          <a:bodyPr vert="horz" lIns="91440" tIns="45720" rIns="91440" bIns="45720" rtlCol="0" anchor="t">
            <a:normAutofit fontScale="70000" lnSpcReduction="20000"/>
          </a:bodyPr>
          <a:lstStyle/>
          <a:p>
            <a:pPr marL="0" indent="0">
              <a:buNone/>
            </a:pPr>
            <a:r>
              <a:rPr lang="en-US" b="1">
                <a:ea typeface="+mn-lt"/>
                <a:cs typeface="+mn-lt"/>
              </a:rPr>
              <a:t>Gladys, a 72-year-old retired schoolteacher, has been cleaning out her garage and finds an old rocking chair that she no longer needs. She decides to list it on the second-hand marketplace app.</a:t>
            </a:r>
            <a:endParaRPr lang="en-US" b="1"/>
          </a:p>
          <a:p>
            <a:pPr marL="457200" indent="-457200">
              <a:buAutoNum type="arabicPeriod"/>
            </a:pPr>
            <a:r>
              <a:rPr lang="en-US">
                <a:ea typeface="+mn-lt"/>
                <a:cs typeface="+mn-lt"/>
              </a:rPr>
              <a:t>Gladys opens the marketplace app on her iPad/iPhone and logs in using her credentials (username and password)</a:t>
            </a:r>
            <a:endParaRPr lang="en-US"/>
          </a:p>
          <a:p>
            <a:pPr marL="457200" indent="-457200">
              <a:buAutoNum type="arabicPeriod"/>
            </a:pPr>
            <a:r>
              <a:rPr lang="en-US">
                <a:ea typeface="+mn-lt"/>
                <a:cs typeface="+mn-lt"/>
              </a:rPr>
              <a:t>From the home screen, she taps the large “Sell Item” button, clearly displayed at the top</a:t>
            </a:r>
            <a:endParaRPr lang="en-US"/>
          </a:p>
          <a:p>
            <a:pPr marL="457200" indent="-457200">
              <a:buAutoNum type="arabicPeriod"/>
            </a:pPr>
            <a:r>
              <a:rPr lang="en-US">
                <a:ea typeface="+mn-lt"/>
                <a:cs typeface="+mn-lt"/>
              </a:rPr>
              <a:t>The app guides her step-by-step with clear buttons and simple text. </a:t>
            </a:r>
          </a:p>
          <a:p>
            <a:pPr marL="685800" lvl="1" indent="-457200">
              <a:buFont typeface="Courier New"/>
              <a:buChar char="o"/>
            </a:pPr>
            <a:r>
              <a:rPr lang="en-US">
                <a:ea typeface="+mn-lt"/>
                <a:cs typeface="+mn-lt"/>
              </a:rPr>
              <a:t>It first asks her to take a photo of the rocking chair.</a:t>
            </a:r>
          </a:p>
          <a:p>
            <a:pPr marL="685800" lvl="1" indent="-457200">
              <a:buFont typeface="Courier New"/>
              <a:buChar char="o"/>
            </a:pPr>
            <a:r>
              <a:rPr lang="en-US">
                <a:ea typeface="+mn-lt"/>
                <a:cs typeface="+mn-lt"/>
              </a:rPr>
              <a:t>Gladys snaps two pictures of the chair with her iPad camera.</a:t>
            </a:r>
            <a:endParaRPr lang="en-US"/>
          </a:p>
          <a:p>
            <a:pPr marL="457200" indent="-457200">
              <a:buAutoNum type="arabicPeriod"/>
            </a:pPr>
            <a:r>
              <a:rPr lang="en-US">
                <a:ea typeface="+mn-lt"/>
                <a:cs typeface="+mn-lt"/>
              </a:rPr>
              <a:t>She enters a short title and description: </a:t>
            </a:r>
            <a:r>
              <a:rPr lang="en-US" i="1">
                <a:ea typeface="+mn-lt"/>
                <a:cs typeface="+mn-lt"/>
              </a:rPr>
              <a:t>“Rocking Chair - Vintage wooden rocking chair, gently used, still sturdy.”</a:t>
            </a:r>
            <a:endParaRPr lang="en-US"/>
          </a:p>
          <a:p>
            <a:pPr marL="457200" indent="-457200">
              <a:buAutoNum type="arabicPeriod"/>
            </a:pPr>
            <a:r>
              <a:rPr lang="en-US">
                <a:ea typeface="+mn-lt"/>
                <a:cs typeface="+mn-lt"/>
              </a:rPr>
              <a:t>She sets the price to $40 using a simple number keyboard.</a:t>
            </a:r>
          </a:p>
          <a:p>
            <a:pPr marL="457200" indent="-457200">
              <a:buAutoNum type="arabicPeriod"/>
            </a:pPr>
            <a:r>
              <a:rPr lang="en-US">
                <a:ea typeface="+mn-lt"/>
                <a:cs typeface="+mn-lt"/>
              </a:rPr>
              <a:t>The app offers her two options: safe pickup at a designated community hub or doorstep delivery through a partnered courier. Gladys chooses safe pickup.</a:t>
            </a:r>
            <a:endParaRPr lang="en-US"/>
          </a:p>
          <a:p>
            <a:pPr marL="457200" indent="-457200">
              <a:buAutoNum type="arabicPeriod"/>
            </a:pPr>
            <a:r>
              <a:rPr lang="en-US">
                <a:ea typeface="+mn-lt"/>
                <a:cs typeface="+mn-lt"/>
              </a:rPr>
              <a:t>She reviews the listing, confirms, and taps “Publish.”</a:t>
            </a:r>
            <a:endParaRPr lang="en-US"/>
          </a:p>
          <a:p>
            <a:pPr marL="457200" indent="-457200">
              <a:buAutoNum type="arabicPeriod"/>
            </a:pPr>
            <a:r>
              <a:rPr lang="en-US">
                <a:ea typeface="+mn-lt"/>
                <a:cs typeface="+mn-lt"/>
              </a:rPr>
              <a:t>Within a day, Gladys receives a notification that her chair has been purchased. The payment is automatically processed through the app’s secure, cashless system.</a:t>
            </a:r>
            <a:endParaRPr lang="en-US"/>
          </a:p>
          <a:p>
            <a:pPr marL="457200" indent="-457200">
              <a:buAutoNum type="arabicPeriod"/>
            </a:pPr>
            <a:r>
              <a:rPr lang="en-US">
                <a:ea typeface="+mn-lt"/>
                <a:cs typeface="+mn-lt"/>
              </a:rPr>
              <a:t>At the arranged time, Gladys brings the chair to the pickup hub, drops it off, and gets a confirmation message.</a:t>
            </a:r>
            <a:endParaRPr lang="en-US"/>
          </a:p>
          <a:p>
            <a:pPr marL="457200" indent="-457200">
              <a:buAutoNum type="arabicPeriod"/>
            </a:pPr>
            <a:r>
              <a:rPr lang="en-US">
                <a:ea typeface="+mn-lt"/>
                <a:cs typeface="+mn-lt"/>
              </a:rPr>
              <a:t>She receives her $40 directly into her linked bank account.</a:t>
            </a:r>
            <a:endParaRPr lang="en-US"/>
          </a:p>
        </p:txBody>
      </p:sp>
    </p:spTree>
    <p:extLst>
      <p:ext uri="{BB962C8B-B14F-4D97-AF65-F5344CB8AC3E}">
        <p14:creationId xmlns:p14="http://schemas.microsoft.com/office/powerpoint/2010/main" val="632091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5D3817B-01DA-DCDA-FA18-49D6FF0037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3" descr="Happy black guy showing big outstretched hand, offering help, taking or  giving something, reaching out for support Stock Photo | Adobe Stock">
            <a:extLst>
              <a:ext uri="{FF2B5EF4-FFF2-40B4-BE49-F238E27FC236}">
                <a16:creationId xmlns:a16="http://schemas.microsoft.com/office/drawing/2014/main" id="{B6736CD2-4A64-EAEE-9615-298CEB891625}"/>
              </a:ext>
            </a:extLst>
          </p:cNvPr>
          <p:cNvPicPr>
            <a:picLocks noGrp="1" noChangeAspect="1"/>
          </p:cNvPicPr>
          <p:nvPr>
            <p:ph idx="1"/>
          </p:nvPr>
        </p:nvPicPr>
        <p:blipFill>
          <a:blip r:embed="rId2"/>
          <a:srcRect b="13128"/>
          <a:stretch>
            <a:fillRect/>
          </a:stretch>
        </p:blipFill>
        <p:spPr>
          <a:xfrm>
            <a:off x="20" y="10"/>
            <a:ext cx="12191980" cy="6857990"/>
          </a:xfrm>
          <a:prstGeom prst="rect">
            <a:avLst/>
          </a:prstGeom>
        </p:spPr>
      </p:pic>
    </p:spTree>
    <p:extLst>
      <p:ext uri="{BB962C8B-B14F-4D97-AF65-F5344CB8AC3E}">
        <p14:creationId xmlns:p14="http://schemas.microsoft.com/office/powerpoint/2010/main" val="179956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4DD6F-E256-694F-69E1-B2BB0CC9FB1D}"/>
              </a:ext>
            </a:extLst>
          </p:cNvPr>
          <p:cNvSpPr>
            <a:spLocks noGrp="1"/>
          </p:cNvSpPr>
          <p:nvPr>
            <p:ph type="title"/>
          </p:nvPr>
        </p:nvSpPr>
        <p:spPr/>
        <p:txBody>
          <a:bodyPr/>
          <a:lstStyle/>
          <a:p>
            <a:r>
              <a:rPr lang="en-US"/>
              <a:t>User Persona 2: Person who is trying to buy second-hand items</a:t>
            </a:r>
          </a:p>
        </p:txBody>
      </p:sp>
      <p:pic>
        <p:nvPicPr>
          <p:cNvPr id="4" name="Content Placeholder 3" descr="Happy black guy showing big outstretched hand, offering help, taking or  giving something, reaching out for support Stock Photo | Adobe Stock">
            <a:extLst>
              <a:ext uri="{FF2B5EF4-FFF2-40B4-BE49-F238E27FC236}">
                <a16:creationId xmlns:a16="http://schemas.microsoft.com/office/drawing/2014/main" id="{9833B878-8E9B-8199-DBE6-62F8677DB1B9}"/>
              </a:ext>
            </a:extLst>
          </p:cNvPr>
          <p:cNvPicPr>
            <a:picLocks noGrp="1" noChangeAspect="1"/>
          </p:cNvPicPr>
          <p:nvPr>
            <p:ph idx="1"/>
          </p:nvPr>
        </p:nvPicPr>
        <p:blipFill>
          <a:blip r:embed="rId2"/>
          <a:stretch>
            <a:fillRect/>
          </a:stretch>
        </p:blipFill>
        <p:spPr>
          <a:xfrm>
            <a:off x="612647" y="2217388"/>
            <a:ext cx="5481504" cy="3552015"/>
          </a:xfrm>
          <a:prstGeom prst="rect">
            <a:avLst/>
          </a:prstGeom>
        </p:spPr>
      </p:pic>
      <p:sp>
        <p:nvSpPr>
          <p:cNvPr id="5" name="TextBox 4">
            <a:extLst>
              <a:ext uri="{FF2B5EF4-FFF2-40B4-BE49-F238E27FC236}">
                <a16:creationId xmlns:a16="http://schemas.microsoft.com/office/drawing/2014/main" id="{F6EA1052-9036-E560-D29F-3A05266BB1AE}"/>
              </a:ext>
            </a:extLst>
          </p:cNvPr>
          <p:cNvSpPr txBox="1"/>
          <p:nvPr/>
        </p:nvSpPr>
        <p:spPr>
          <a:xfrm>
            <a:off x="6607479" y="2275561"/>
            <a:ext cx="5156547"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Name:</a:t>
            </a:r>
            <a:r>
              <a:rPr lang="en-US"/>
              <a:t> Carl Marques</a:t>
            </a:r>
          </a:p>
          <a:p>
            <a:r>
              <a:rPr lang="en-US" b="1"/>
              <a:t>Age:</a:t>
            </a:r>
            <a:r>
              <a:rPr lang="en-US"/>
              <a:t> 27</a:t>
            </a:r>
          </a:p>
          <a:p>
            <a:r>
              <a:rPr lang="en-US" b="1"/>
              <a:t>Occupation:</a:t>
            </a:r>
            <a:r>
              <a:rPr lang="en-US"/>
              <a:t> Project Manager</a:t>
            </a:r>
          </a:p>
          <a:p>
            <a:r>
              <a:rPr lang="en-US" b="1"/>
              <a:t>Background:</a:t>
            </a:r>
            <a:r>
              <a:rPr lang="en-US"/>
              <a:t> Carl recently received a promotion to project manager. Along with the promotion he has decided to move to a bigger apartment. Flush with cash, Carl's on the lookout for a good deal.</a:t>
            </a:r>
          </a:p>
          <a:p>
            <a:r>
              <a:rPr lang="en-US" b="1"/>
              <a:t>Needs:</a:t>
            </a:r>
            <a:r>
              <a:rPr lang="en-US"/>
              <a:t> able to see items on sale in his area, be able to sort by price, wants to see many photos so he can make an informed purchasing decision, quick and easy payment processing.</a:t>
            </a:r>
          </a:p>
        </p:txBody>
      </p:sp>
    </p:spTree>
    <p:extLst>
      <p:ext uri="{BB962C8B-B14F-4D97-AF65-F5344CB8AC3E}">
        <p14:creationId xmlns:p14="http://schemas.microsoft.com/office/powerpoint/2010/main" val="39272045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13577-5321-88EF-5E60-EC903FD96006}"/>
              </a:ext>
            </a:extLst>
          </p:cNvPr>
          <p:cNvSpPr>
            <a:spLocks noGrp="1"/>
          </p:cNvSpPr>
          <p:nvPr>
            <p:ph type="title"/>
          </p:nvPr>
        </p:nvSpPr>
        <p:spPr/>
        <p:txBody>
          <a:bodyPr/>
          <a:lstStyle/>
          <a:p>
            <a:r>
              <a:rPr lang="en-US"/>
              <a:t>Scenario 2: Carl buys a stylish, mid-century modern lamp</a:t>
            </a:r>
          </a:p>
        </p:txBody>
      </p:sp>
      <p:sp>
        <p:nvSpPr>
          <p:cNvPr id="3" name="Content Placeholder 2">
            <a:extLst>
              <a:ext uri="{FF2B5EF4-FFF2-40B4-BE49-F238E27FC236}">
                <a16:creationId xmlns:a16="http://schemas.microsoft.com/office/drawing/2014/main" id="{467E69E0-3849-9458-350B-BD88731925F6}"/>
              </a:ext>
            </a:extLst>
          </p:cNvPr>
          <p:cNvSpPr>
            <a:spLocks noGrp="1"/>
          </p:cNvSpPr>
          <p:nvPr>
            <p:ph idx="1"/>
          </p:nvPr>
        </p:nvSpPr>
        <p:spPr/>
        <p:txBody>
          <a:bodyPr vert="horz" lIns="91440" tIns="45720" rIns="91440" bIns="45720" rtlCol="0" anchor="t">
            <a:normAutofit/>
          </a:bodyPr>
          <a:lstStyle/>
          <a:p>
            <a:pPr marL="457200" indent="-457200">
              <a:buAutoNum type="arabicPeriod"/>
            </a:pPr>
            <a:r>
              <a:rPr lang="en-US"/>
              <a:t>Carl logs into the second-hand marketplace with his username and password</a:t>
            </a:r>
          </a:p>
          <a:p>
            <a:pPr marL="457200" indent="-457200">
              <a:buAutoNum type="arabicPeriod"/>
            </a:pPr>
            <a:r>
              <a:rPr lang="en-US"/>
              <a:t>He performs a text search for "Mid-century modern lamp"</a:t>
            </a:r>
          </a:p>
          <a:p>
            <a:pPr marL="457200" indent="-457200">
              <a:buAutoNum type="arabicPeriod"/>
            </a:pPr>
            <a:r>
              <a:rPr lang="en-US"/>
              <a:t>On the results page, he selects sort by price low to high.</a:t>
            </a:r>
          </a:p>
          <a:p>
            <a:pPr marL="457200" indent="-457200">
              <a:buAutoNum type="arabicPeriod"/>
            </a:pPr>
            <a:r>
              <a:rPr lang="en-US"/>
              <a:t>He looks at the first result, but decides against buying it. The lamp looks too worn in the photos for his taste.</a:t>
            </a:r>
          </a:p>
          <a:p>
            <a:pPr marL="457200" indent="-457200">
              <a:buAutoNum type="arabicPeriod"/>
            </a:pPr>
            <a:r>
              <a:rPr lang="en-US"/>
              <a:t>He looks at the second result and decides to click buy</a:t>
            </a:r>
          </a:p>
          <a:p>
            <a:pPr marL="457200" indent="-457200">
              <a:buAutoNum type="arabicPeriod"/>
            </a:pPr>
            <a:r>
              <a:rPr lang="en-US"/>
              <a:t>He reviews his shipping and billing details, saved from a previous purchase.</a:t>
            </a:r>
          </a:p>
          <a:p>
            <a:pPr marL="457200" indent="-457200">
              <a:buAutoNum type="arabicPeriod"/>
            </a:pPr>
            <a:r>
              <a:rPr lang="en-US"/>
              <a:t>He is satisfied and clicks confirm.</a:t>
            </a:r>
          </a:p>
          <a:p>
            <a:pPr marL="457200" indent="-457200">
              <a:buAutoNum type="arabicPeriod"/>
            </a:pPr>
            <a:r>
              <a:rPr lang="en-US"/>
              <a:t>He receives a confirmation email with the purchase details.</a:t>
            </a:r>
          </a:p>
        </p:txBody>
      </p:sp>
    </p:spTree>
    <p:extLst>
      <p:ext uri="{BB962C8B-B14F-4D97-AF65-F5344CB8AC3E}">
        <p14:creationId xmlns:p14="http://schemas.microsoft.com/office/powerpoint/2010/main" val="9380855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5D3817B-01DA-DCDA-FA18-49D6FF0037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3" descr="A person smiling at camera&#10;&#10;AI-generated content may be incorrect.">
            <a:extLst>
              <a:ext uri="{FF2B5EF4-FFF2-40B4-BE49-F238E27FC236}">
                <a16:creationId xmlns:a16="http://schemas.microsoft.com/office/drawing/2014/main" id="{E9C8EC10-3E68-8B4F-D6B2-78533C07AEAF}"/>
              </a:ext>
            </a:extLst>
          </p:cNvPr>
          <p:cNvPicPr>
            <a:picLocks noChangeAspect="1"/>
          </p:cNvPicPr>
          <p:nvPr/>
        </p:nvPicPr>
        <p:blipFill>
          <a:blip r:embed="rId2"/>
          <a:srcRect t="4597" b="41965"/>
          <a:stretch>
            <a:fillRect/>
          </a:stretch>
        </p:blipFill>
        <p:spPr>
          <a:xfrm>
            <a:off x="20" y="10"/>
            <a:ext cx="12191980" cy="6857990"/>
          </a:xfrm>
          <a:prstGeom prst="rect">
            <a:avLst/>
          </a:prstGeom>
        </p:spPr>
      </p:pic>
    </p:spTree>
    <p:extLst>
      <p:ext uri="{BB962C8B-B14F-4D97-AF65-F5344CB8AC3E}">
        <p14:creationId xmlns:p14="http://schemas.microsoft.com/office/powerpoint/2010/main" val="42278533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258D8B-BA54-0D54-60C3-C28A2DECDB2E}"/>
              </a:ext>
            </a:extLst>
          </p:cNvPr>
          <p:cNvSpPr>
            <a:spLocks noGrp="1"/>
          </p:cNvSpPr>
          <p:nvPr>
            <p:ph type="title"/>
          </p:nvPr>
        </p:nvSpPr>
        <p:spPr>
          <a:xfrm>
            <a:off x="5581341" y="641923"/>
            <a:ext cx="5916169" cy="617772"/>
          </a:xfrm>
        </p:spPr>
        <p:txBody>
          <a:bodyPr anchor="b">
            <a:normAutofit/>
          </a:bodyPr>
          <a:lstStyle/>
          <a:p>
            <a:r>
              <a:rPr lang="en-US"/>
              <a:t>User Persona 3: Reseller</a:t>
            </a:r>
          </a:p>
        </p:txBody>
      </p:sp>
      <p:pic>
        <p:nvPicPr>
          <p:cNvPr id="4" name="Content Placeholder 3" descr="A person smiling at camera&#10;&#10;AI-generated content may be incorrect.">
            <a:extLst>
              <a:ext uri="{FF2B5EF4-FFF2-40B4-BE49-F238E27FC236}">
                <a16:creationId xmlns:a16="http://schemas.microsoft.com/office/drawing/2014/main" id="{884D050E-0327-1F15-4777-56B3764D07D3}"/>
              </a:ext>
            </a:extLst>
          </p:cNvPr>
          <p:cNvPicPr>
            <a:picLocks noChangeAspect="1"/>
          </p:cNvPicPr>
          <p:nvPr/>
        </p:nvPicPr>
        <p:blipFill>
          <a:blip r:embed="rId2"/>
          <a:srcRect r="24632"/>
          <a:stretch>
            <a:fillRect/>
          </a:stretch>
        </p:blipFill>
        <p:spPr>
          <a:xfrm>
            <a:off x="20" y="10"/>
            <a:ext cx="4910308" cy="6857990"/>
          </a:xfrm>
          <a:prstGeom prst="rect">
            <a:avLst/>
          </a:prstGeom>
        </p:spPr>
      </p:pic>
      <p:sp>
        <p:nvSpPr>
          <p:cNvPr id="8" name="Content Placeholder 7">
            <a:extLst>
              <a:ext uri="{FF2B5EF4-FFF2-40B4-BE49-F238E27FC236}">
                <a16:creationId xmlns:a16="http://schemas.microsoft.com/office/drawing/2014/main" id="{EC2F692A-93D5-18B0-8EE9-F6FA2C1C4E6C}"/>
              </a:ext>
            </a:extLst>
          </p:cNvPr>
          <p:cNvSpPr>
            <a:spLocks noGrp="1"/>
          </p:cNvSpPr>
          <p:nvPr>
            <p:ph idx="1"/>
          </p:nvPr>
        </p:nvSpPr>
        <p:spPr>
          <a:xfrm>
            <a:off x="5581340" y="1413861"/>
            <a:ext cx="5916169" cy="4804784"/>
          </a:xfrm>
        </p:spPr>
        <p:txBody>
          <a:bodyPr vert="horz" lIns="91440" tIns="45720" rIns="91440" bIns="45720" rtlCol="0" anchor="t">
            <a:normAutofit/>
          </a:bodyPr>
          <a:lstStyle/>
          <a:p>
            <a:pPr marL="0" indent="0">
              <a:lnSpc>
                <a:spcPct val="100000"/>
              </a:lnSpc>
              <a:buNone/>
            </a:pPr>
            <a:r>
              <a:rPr lang="en-US" sz="1400" b="1"/>
              <a:t>Name: </a:t>
            </a:r>
            <a:r>
              <a:rPr lang="en-US" sz="1400"/>
              <a:t>Karen</a:t>
            </a:r>
            <a:endParaRPr lang="en-US"/>
          </a:p>
          <a:p>
            <a:pPr marL="0" indent="0">
              <a:lnSpc>
                <a:spcPct val="100000"/>
              </a:lnSpc>
              <a:buNone/>
            </a:pPr>
            <a:r>
              <a:rPr lang="en-US" sz="1400" b="1"/>
              <a:t>Age: </a:t>
            </a:r>
            <a:r>
              <a:rPr lang="en-US" sz="1400"/>
              <a:t>45</a:t>
            </a:r>
          </a:p>
          <a:p>
            <a:pPr marL="0" indent="0">
              <a:lnSpc>
                <a:spcPct val="100000"/>
              </a:lnSpc>
              <a:buNone/>
            </a:pPr>
            <a:r>
              <a:rPr lang="en-US" sz="1400" b="1"/>
              <a:t>Occupation:</a:t>
            </a:r>
            <a:r>
              <a:rPr lang="en-US" sz="1400"/>
              <a:t> Full-Time Reseller</a:t>
            </a:r>
          </a:p>
          <a:p>
            <a:pPr marL="0" indent="0">
              <a:lnSpc>
                <a:spcPct val="100000"/>
              </a:lnSpc>
              <a:buNone/>
            </a:pPr>
            <a:r>
              <a:rPr lang="en-US" sz="1400" b="1"/>
              <a:t>About/Goals: </a:t>
            </a:r>
          </a:p>
          <a:p>
            <a:pPr marL="0" indent="0">
              <a:lnSpc>
                <a:spcPct val="100000"/>
              </a:lnSpc>
              <a:buNone/>
            </a:pPr>
            <a:r>
              <a:rPr lang="en-US" sz="1400"/>
              <a:t>-Full-time reseller who goes to stores like target, goodwill, </a:t>
            </a:r>
            <a:r>
              <a:rPr lang="en-US" sz="1400" err="1"/>
              <a:t>etc</a:t>
            </a:r>
            <a:endParaRPr lang="en-US" err="1"/>
          </a:p>
          <a:p>
            <a:pPr marL="0" indent="0">
              <a:lnSpc>
                <a:spcPct val="100000"/>
              </a:lnSpc>
              <a:buNone/>
            </a:pPr>
            <a:r>
              <a:rPr lang="en-US" sz="1400"/>
              <a:t>-She resell items she finds for cheap at a higher price on marketplaces</a:t>
            </a:r>
            <a:endParaRPr lang="en-US"/>
          </a:p>
          <a:p>
            <a:pPr marL="0" indent="0">
              <a:lnSpc>
                <a:spcPct val="100000"/>
              </a:lnSpc>
              <a:buNone/>
            </a:pPr>
            <a:r>
              <a:rPr lang="en-US" sz="1400" b="1"/>
              <a:t>Needs:</a:t>
            </a:r>
          </a:p>
          <a:p>
            <a:pPr marL="0" indent="0">
              <a:lnSpc>
                <a:spcPct val="100000"/>
              </a:lnSpc>
              <a:buNone/>
            </a:pPr>
            <a:r>
              <a:rPr lang="en-US" sz="1400"/>
              <a:t>-A way to sell items in a low hassle way</a:t>
            </a:r>
          </a:p>
          <a:p>
            <a:pPr marL="0" indent="0">
              <a:lnSpc>
                <a:spcPct val="100000"/>
              </a:lnSpc>
              <a:buNone/>
            </a:pPr>
            <a:r>
              <a:rPr lang="en-US" sz="1400"/>
              <a:t>-Quick and efficient purchases</a:t>
            </a:r>
          </a:p>
          <a:p>
            <a:pPr marL="0" indent="0">
              <a:lnSpc>
                <a:spcPct val="100000"/>
              </a:lnSpc>
              <a:buNone/>
            </a:pPr>
            <a:r>
              <a:rPr lang="en-US" sz="1400" b="1"/>
              <a:t>Pain Points:</a:t>
            </a:r>
          </a:p>
          <a:p>
            <a:pPr marL="0" indent="0">
              <a:lnSpc>
                <a:spcPct val="100000"/>
              </a:lnSpc>
              <a:buNone/>
            </a:pPr>
            <a:r>
              <a:rPr lang="en-US" sz="1400"/>
              <a:t>-Finds it hard to find people to buy her items</a:t>
            </a:r>
          </a:p>
          <a:p>
            <a:pPr marL="0" indent="0">
              <a:lnSpc>
                <a:spcPct val="100000"/>
              </a:lnSpc>
              <a:buNone/>
            </a:pPr>
            <a:r>
              <a:rPr lang="en-US" sz="1400"/>
              <a:t>-Buyers take too long to respond</a:t>
            </a:r>
          </a:p>
          <a:p>
            <a:pPr marL="0" indent="0">
              <a:lnSpc>
                <a:spcPct val="100000"/>
              </a:lnSpc>
              <a:buNone/>
            </a:pPr>
            <a:r>
              <a:rPr lang="en-US" sz="1400"/>
              <a:t>-Takes too much time to talk to buyers</a:t>
            </a:r>
          </a:p>
          <a:p>
            <a:pPr marL="0" indent="0">
              <a:buNone/>
            </a:pPr>
            <a:endParaRPr lang="en-US" sz="1400"/>
          </a:p>
        </p:txBody>
      </p:sp>
    </p:spTree>
    <p:extLst>
      <p:ext uri="{BB962C8B-B14F-4D97-AF65-F5344CB8AC3E}">
        <p14:creationId xmlns:p14="http://schemas.microsoft.com/office/powerpoint/2010/main" val="3156052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6DEE4-A6F9-11A1-C427-32CDB9E77B66}"/>
              </a:ext>
            </a:extLst>
          </p:cNvPr>
          <p:cNvSpPr>
            <a:spLocks noGrp="1"/>
          </p:cNvSpPr>
          <p:nvPr>
            <p:ph type="title"/>
          </p:nvPr>
        </p:nvSpPr>
        <p:spPr/>
        <p:txBody>
          <a:bodyPr/>
          <a:lstStyle/>
          <a:p>
            <a:r>
              <a:rPr lang="en-US"/>
              <a:t>Scenario 3: Karen lists her reseller items on the marketplace</a:t>
            </a:r>
          </a:p>
        </p:txBody>
      </p:sp>
      <p:sp>
        <p:nvSpPr>
          <p:cNvPr id="3" name="Content Placeholder 2">
            <a:extLst>
              <a:ext uri="{FF2B5EF4-FFF2-40B4-BE49-F238E27FC236}">
                <a16:creationId xmlns:a16="http://schemas.microsoft.com/office/drawing/2014/main" id="{F8572487-BEC6-4809-146C-5DBF4DD06A09}"/>
              </a:ext>
            </a:extLst>
          </p:cNvPr>
          <p:cNvSpPr>
            <a:spLocks noGrp="1"/>
          </p:cNvSpPr>
          <p:nvPr>
            <p:ph idx="1"/>
          </p:nvPr>
        </p:nvSpPr>
        <p:spPr/>
        <p:txBody>
          <a:bodyPr vert="horz" lIns="91440" tIns="45720" rIns="91440" bIns="45720" rtlCol="0" anchor="t">
            <a:normAutofit/>
          </a:bodyPr>
          <a:lstStyle/>
          <a:p>
            <a:r>
              <a:rPr lang="en-US"/>
              <a:t>Karen makes an account using a username and password</a:t>
            </a:r>
          </a:p>
          <a:p>
            <a:r>
              <a:rPr lang="en-US"/>
              <a:t>She goes and takes pictures of all of her items</a:t>
            </a:r>
          </a:p>
          <a:p>
            <a:r>
              <a:rPr lang="en-US"/>
              <a:t>For the first item it asks her to upload or take a picture of the item</a:t>
            </a:r>
          </a:p>
          <a:p>
            <a:r>
              <a:rPr lang="en-US"/>
              <a:t>She sets the price for the item at 55$</a:t>
            </a:r>
          </a:p>
          <a:p>
            <a:r>
              <a:rPr lang="en-US"/>
              <a:t>Then she names the item and also gives it a description</a:t>
            </a:r>
          </a:p>
          <a:p>
            <a:r>
              <a:rPr lang="en-US"/>
              <a:t>She adds this item to the marketplace </a:t>
            </a:r>
          </a:p>
          <a:p>
            <a:r>
              <a:rPr lang="en-US"/>
              <a:t>She puts all of her items on the marketplace</a:t>
            </a:r>
          </a:p>
          <a:p>
            <a:r>
              <a:rPr lang="en-US"/>
              <a:t>All of her items show up when you click on her profile</a:t>
            </a:r>
          </a:p>
          <a:p>
            <a:r>
              <a:rPr lang="en-US"/>
              <a:t>All current requests to buy her items are listed</a:t>
            </a:r>
          </a:p>
          <a:p>
            <a:endParaRPr lang="en-US"/>
          </a:p>
          <a:p>
            <a:endParaRPr lang="en-US"/>
          </a:p>
          <a:p>
            <a:endParaRPr lang="en-US"/>
          </a:p>
        </p:txBody>
      </p:sp>
    </p:spTree>
    <p:extLst>
      <p:ext uri="{BB962C8B-B14F-4D97-AF65-F5344CB8AC3E}">
        <p14:creationId xmlns:p14="http://schemas.microsoft.com/office/powerpoint/2010/main" val="3682038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5D3817B-01DA-DCDA-FA18-49D6FF0037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3" descr="36,366 Young Woman Moving Out Stock Photos, High-Res Pictures, and Images -  Getty Images | Leaving for college, First apartment, Girl moving out">
            <a:extLst>
              <a:ext uri="{FF2B5EF4-FFF2-40B4-BE49-F238E27FC236}">
                <a16:creationId xmlns:a16="http://schemas.microsoft.com/office/drawing/2014/main" id="{6E703323-D624-4C7D-9F2F-183B45A74B0B}"/>
              </a:ext>
            </a:extLst>
          </p:cNvPr>
          <p:cNvPicPr>
            <a:picLocks noGrp="1" noChangeAspect="1"/>
          </p:cNvPicPr>
          <p:nvPr>
            <p:ph idx="1"/>
          </p:nvPr>
        </p:nvPicPr>
        <p:blipFill>
          <a:blip r:embed="rId2"/>
          <a:srcRect b="15730"/>
          <a:stretch>
            <a:fillRect/>
          </a:stretch>
        </p:blipFill>
        <p:spPr>
          <a:xfrm>
            <a:off x="20" y="10"/>
            <a:ext cx="12191980" cy="6857990"/>
          </a:xfrm>
          <a:prstGeom prst="rect">
            <a:avLst/>
          </a:prstGeom>
        </p:spPr>
      </p:pic>
    </p:spTree>
    <p:extLst>
      <p:ext uri="{BB962C8B-B14F-4D97-AF65-F5344CB8AC3E}">
        <p14:creationId xmlns:p14="http://schemas.microsoft.com/office/powerpoint/2010/main" val="4714947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005EF-FF32-19B1-69ED-BB0F66B66A27}"/>
              </a:ext>
            </a:extLst>
          </p:cNvPr>
          <p:cNvSpPr>
            <a:spLocks noGrp="1"/>
          </p:cNvSpPr>
          <p:nvPr>
            <p:ph type="title"/>
          </p:nvPr>
        </p:nvSpPr>
        <p:spPr/>
        <p:txBody>
          <a:bodyPr>
            <a:normAutofit/>
          </a:bodyPr>
          <a:lstStyle/>
          <a:p>
            <a:pPr marL="571500" indent="-571500">
              <a:buFont typeface="Symbol"/>
              <a:buChar char="•"/>
            </a:pPr>
            <a:r>
              <a:rPr lang="en-US"/>
              <a:t>User Persona 4: </a:t>
            </a:r>
            <a:r>
              <a:rPr lang="en-US">
                <a:latin typeface="Neue Haas Grotesk Text Pro"/>
              </a:rPr>
              <a:t> Person wanting to declutter and give away items </a:t>
            </a:r>
            <a:endParaRPr lang="en-US" sz="1200" b="0">
              <a:latin typeface="Aptos"/>
            </a:endParaRPr>
          </a:p>
          <a:p>
            <a:endParaRPr lang="en-US"/>
          </a:p>
        </p:txBody>
      </p:sp>
      <p:pic>
        <p:nvPicPr>
          <p:cNvPr id="4" name="Content Placeholder 3" descr="36,366 Young Woman Moving Out Stock Photos, High-Res Pictures, and Images -  Getty Images | Leaving for college, First apartment, Girl moving out">
            <a:extLst>
              <a:ext uri="{FF2B5EF4-FFF2-40B4-BE49-F238E27FC236}">
                <a16:creationId xmlns:a16="http://schemas.microsoft.com/office/drawing/2014/main" id="{DB46DC13-BC31-DE91-EA74-2B99B1D98E23}"/>
              </a:ext>
            </a:extLst>
          </p:cNvPr>
          <p:cNvPicPr>
            <a:picLocks noGrp="1" noChangeAspect="1"/>
          </p:cNvPicPr>
          <p:nvPr>
            <p:ph idx="1"/>
          </p:nvPr>
        </p:nvPicPr>
        <p:blipFill>
          <a:blip r:embed="rId2"/>
          <a:stretch>
            <a:fillRect/>
          </a:stretch>
        </p:blipFill>
        <p:spPr>
          <a:xfrm>
            <a:off x="5541" y="2270628"/>
            <a:ext cx="4463451" cy="2807899"/>
          </a:xfrm>
          <a:prstGeom prst="rect">
            <a:avLst/>
          </a:prstGeom>
        </p:spPr>
      </p:pic>
      <p:sp>
        <p:nvSpPr>
          <p:cNvPr id="5" name="TextBox 4">
            <a:extLst>
              <a:ext uri="{FF2B5EF4-FFF2-40B4-BE49-F238E27FC236}">
                <a16:creationId xmlns:a16="http://schemas.microsoft.com/office/drawing/2014/main" id="{9BF4CA34-6F37-BFBB-25AD-3CF2956ABE1A}"/>
              </a:ext>
            </a:extLst>
          </p:cNvPr>
          <p:cNvSpPr txBox="1"/>
          <p:nvPr/>
        </p:nvSpPr>
        <p:spPr>
          <a:xfrm>
            <a:off x="610724" y="5370255"/>
            <a:ext cx="2153478"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Name</a:t>
            </a:r>
            <a:r>
              <a:rPr lang="en-US"/>
              <a:t>: Anna</a:t>
            </a:r>
          </a:p>
          <a:p>
            <a:r>
              <a:rPr lang="en-US"/>
              <a:t>Age: 26</a:t>
            </a:r>
          </a:p>
          <a:p>
            <a:r>
              <a:rPr lang="en-US" b="1"/>
              <a:t>Occupation</a:t>
            </a:r>
            <a:r>
              <a:rPr lang="en-US"/>
              <a:t>: Travel Nurse</a:t>
            </a:r>
          </a:p>
        </p:txBody>
      </p:sp>
      <p:sp>
        <p:nvSpPr>
          <p:cNvPr id="6" name="TextBox 5">
            <a:extLst>
              <a:ext uri="{FF2B5EF4-FFF2-40B4-BE49-F238E27FC236}">
                <a16:creationId xmlns:a16="http://schemas.microsoft.com/office/drawing/2014/main" id="{53DCC3E4-3F3C-6131-262D-7CB5E640A115}"/>
              </a:ext>
            </a:extLst>
          </p:cNvPr>
          <p:cNvSpPr txBox="1"/>
          <p:nvPr/>
        </p:nvSpPr>
        <p:spPr>
          <a:xfrm>
            <a:off x="4950187" y="1678400"/>
            <a:ext cx="6307908" cy="59093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b="1"/>
              <a:t>About</a:t>
            </a:r>
          </a:p>
          <a:p>
            <a:endParaRPr lang="en-US" sz="1600" b="1"/>
          </a:p>
          <a:p>
            <a:pPr marL="285750" indent="-285750">
              <a:buFont typeface="Calibri"/>
              <a:buChar char="-"/>
            </a:pPr>
            <a:r>
              <a:rPr lang="en-US" sz="1400"/>
              <a:t>Has started a new job as a travel nurse</a:t>
            </a:r>
          </a:p>
          <a:p>
            <a:pPr marL="285750" indent="-285750">
              <a:buFont typeface="Calibri"/>
              <a:buChar char="-"/>
            </a:pPr>
            <a:r>
              <a:rPr lang="en-US" sz="1400"/>
              <a:t>New job requires her to travel around and move roughly every 3 months</a:t>
            </a:r>
          </a:p>
          <a:p>
            <a:pPr marL="285750" indent="-285750">
              <a:buFont typeface="Calibri"/>
              <a:buChar char="-"/>
            </a:pPr>
            <a:r>
              <a:rPr lang="en-US" sz="1400"/>
              <a:t>Needs to live with a few essential items at all times in order to support her active traveling lifestyle</a:t>
            </a:r>
          </a:p>
          <a:p>
            <a:pPr marL="285750" indent="-285750">
              <a:buFont typeface="Calibri"/>
              <a:buChar char="-"/>
            </a:pPr>
            <a:r>
              <a:rPr lang="en-US" sz="1400"/>
              <a:t>since she has a lot of items currently, she is hoping to give away some of her items on a marketplace in order to cut down on the amount of possessions she has. </a:t>
            </a:r>
          </a:p>
          <a:p>
            <a:r>
              <a:rPr lang="en-US" sz="1400" b="1"/>
              <a:t>Goals/Core Needs</a:t>
            </a:r>
          </a:p>
          <a:p>
            <a:pPr marL="342900" indent="-342900">
              <a:buFont typeface="Calibri"/>
              <a:buChar char="-"/>
            </a:pPr>
            <a:r>
              <a:rPr lang="en-US" sz="1400"/>
              <a:t>To sell her items quick and efficiently</a:t>
            </a:r>
          </a:p>
          <a:p>
            <a:pPr marL="342900" indent="-342900">
              <a:buFont typeface="Calibri"/>
              <a:buChar char="-"/>
            </a:pPr>
            <a:r>
              <a:rPr lang="en-US" sz="1400"/>
              <a:t>To have a lot of potential buyers look at her items</a:t>
            </a:r>
          </a:p>
          <a:p>
            <a:pPr marL="342900" indent="-342900">
              <a:buFont typeface="Calibri"/>
              <a:buChar char="-"/>
            </a:pPr>
            <a:endParaRPr lang="en-US" sz="1600"/>
          </a:p>
          <a:p>
            <a:r>
              <a:rPr lang="en-US" sz="1400" b="1"/>
              <a:t>Frustrations</a:t>
            </a:r>
          </a:p>
          <a:p>
            <a:pPr marL="342900" indent="-342900">
              <a:buFont typeface="Calibri"/>
              <a:buChar char="-"/>
            </a:pPr>
            <a:r>
              <a:rPr lang="en-US" sz="1400"/>
              <a:t>Needs to get all her items sold by the time her job starts</a:t>
            </a:r>
          </a:p>
          <a:p>
            <a:pPr marL="342900" indent="-342900">
              <a:buFont typeface="Calibri"/>
              <a:buChar char="-"/>
            </a:pPr>
            <a:r>
              <a:rPr lang="en-US" sz="1400"/>
              <a:t>Needs customers who are serious and willing to take her items</a:t>
            </a:r>
          </a:p>
          <a:p>
            <a:pPr marL="342900" indent="-342900">
              <a:buFont typeface="Calibri"/>
              <a:buChar char="-"/>
            </a:pPr>
            <a:endParaRPr lang="en-US" sz="1600" b="1"/>
          </a:p>
          <a:p>
            <a:r>
              <a:rPr lang="en-US" sz="1400" b="1">
                <a:ea typeface="+mn-lt"/>
                <a:cs typeface="+mn-lt"/>
              </a:rPr>
              <a:t>Lifestyle/Behavior</a:t>
            </a:r>
            <a:endParaRPr lang="en-US" sz="1400"/>
          </a:p>
          <a:p>
            <a:pPr marL="285750" indent="-285750">
              <a:buFont typeface="Arial"/>
              <a:buChar char="•"/>
            </a:pPr>
            <a:r>
              <a:rPr lang="en-US" sz="1400">
                <a:ea typeface="+mn-lt"/>
                <a:cs typeface="+mn-lt"/>
              </a:rPr>
              <a:t>Tech-savvy, uses mobile apps and social media often to connect and sell</a:t>
            </a:r>
            <a:endParaRPr lang="en-US" sz="1400"/>
          </a:p>
          <a:p>
            <a:pPr marL="285750" indent="-285750">
              <a:buFont typeface="Arial"/>
              <a:buChar char="•"/>
            </a:pPr>
            <a:r>
              <a:rPr lang="en-US" sz="1400">
                <a:ea typeface="+mn-lt"/>
                <a:cs typeface="+mn-lt"/>
              </a:rPr>
              <a:t>Prefers minimalist living to reduce moving stress</a:t>
            </a:r>
            <a:endParaRPr lang="en-US" sz="1400"/>
          </a:p>
          <a:p>
            <a:pPr marL="285750" indent="-285750">
              <a:buFont typeface="Arial"/>
              <a:buChar char="•"/>
            </a:pPr>
            <a:r>
              <a:rPr lang="en-US" sz="1400">
                <a:ea typeface="+mn-lt"/>
                <a:cs typeface="+mn-lt"/>
              </a:rPr>
              <a:t>Relies on quick, reliable transportation and delivery options</a:t>
            </a:r>
            <a:endParaRPr lang="en-US" sz="1400"/>
          </a:p>
          <a:p>
            <a:pPr>
              <a:buFont typeface="Calibri"/>
            </a:pPr>
            <a:endParaRPr lang="en-US" sz="1600" b="1"/>
          </a:p>
          <a:p>
            <a:endParaRPr lang="en-US" sz="1600" b="1"/>
          </a:p>
          <a:p>
            <a:endParaRPr lang="en-US" sz="1600" b="1"/>
          </a:p>
        </p:txBody>
      </p:sp>
    </p:spTree>
    <p:extLst>
      <p:ext uri="{BB962C8B-B14F-4D97-AF65-F5344CB8AC3E}">
        <p14:creationId xmlns:p14="http://schemas.microsoft.com/office/powerpoint/2010/main" val="22189703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D35A2-16FA-3510-F40A-2404A9BF505D}"/>
              </a:ext>
            </a:extLst>
          </p:cNvPr>
          <p:cNvSpPr>
            <a:spLocks noGrp="1"/>
          </p:cNvSpPr>
          <p:nvPr>
            <p:ph type="title"/>
          </p:nvPr>
        </p:nvSpPr>
        <p:spPr/>
        <p:txBody>
          <a:bodyPr/>
          <a:lstStyle/>
          <a:p>
            <a:r>
              <a:rPr lang="en-US"/>
              <a:t>Scenario 4: Anna lists 2 items on the marketplace </a:t>
            </a:r>
          </a:p>
        </p:txBody>
      </p:sp>
      <p:sp>
        <p:nvSpPr>
          <p:cNvPr id="3" name="Content Placeholder 2">
            <a:extLst>
              <a:ext uri="{FF2B5EF4-FFF2-40B4-BE49-F238E27FC236}">
                <a16:creationId xmlns:a16="http://schemas.microsoft.com/office/drawing/2014/main" id="{9CBC3A36-7A42-6238-5A59-CDFC23762546}"/>
              </a:ext>
            </a:extLst>
          </p:cNvPr>
          <p:cNvSpPr>
            <a:spLocks noGrp="1"/>
          </p:cNvSpPr>
          <p:nvPr>
            <p:ph idx="1"/>
          </p:nvPr>
        </p:nvSpPr>
        <p:spPr/>
        <p:txBody>
          <a:bodyPr vert="horz" lIns="91440" tIns="45720" rIns="91440" bIns="45720" rtlCol="0" anchor="t">
            <a:normAutofit fontScale="85000" lnSpcReduction="10000"/>
          </a:bodyPr>
          <a:lstStyle/>
          <a:p>
            <a:r>
              <a:rPr lang="en-US">
                <a:ea typeface="+mn-lt"/>
                <a:cs typeface="+mn-lt"/>
              </a:rPr>
              <a:t>Anna, 26, is a travel nurse preparing to move to Denver for her next assignment in three weeks</a:t>
            </a:r>
            <a:endParaRPr lang="en-US"/>
          </a:p>
          <a:p>
            <a:r>
              <a:rPr lang="en-US">
                <a:ea typeface="+mn-lt"/>
                <a:cs typeface="+mn-lt"/>
              </a:rPr>
              <a:t>She realizes she needs to downsize and decides to use a second-hand marketplace app</a:t>
            </a:r>
            <a:endParaRPr lang="en-US"/>
          </a:p>
          <a:p>
            <a:r>
              <a:rPr lang="en-US">
                <a:ea typeface="+mn-lt"/>
                <a:cs typeface="+mn-lt"/>
              </a:rPr>
              <a:t>Opens the app and lists her couch and treadmill that she cannot take with her</a:t>
            </a:r>
            <a:endParaRPr lang="en-US"/>
          </a:p>
          <a:p>
            <a:r>
              <a:rPr lang="en-US">
                <a:ea typeface="+mn-lt"/>
                <a:cs typeface="+mn-lt"/>
              </a:rPr>
              <a:t>Uses the app’s quick listing feature: takes photos, auto-generates titles, and gets price suggestions</a:t>
            </a:r>
            <a:endParaRPr lang="en-US"/>
          </a:p>
          <a:p>
            <a:r>
              <a:rPr lang="en-US">
                <a:ea typeface="+mn-lt"/>
                <a:cs typeface="+mn-lt"/>
              </a:rPr>
              <a:t>Receives multiple buyer messages within hours.</a:t>
            </a:r>
            <a:endParaRPr lang="en-US"/>
          </a:p>
          <a:p>
            <a:r>
              <a:rPr lang="en-US">
                <a:ea typeface="+mn-lt"/>
                <a:cs typeface="+mn-lt"/>
              </a:rPr>
              <a:t>Uses the app’s scheduling tool to coordinate pick-ups </a:t>
            </a:r>
            <a:endParaRPr lang="en-US"/>
          </a:p>
          <a:p>
            <a:r>
              <a:rPr lang="en-US">
                <a:ea typeface="+mn-lt"/>
                <a:cs typeface="+mn-lt"/>
              </a:rPr>
              <a:t>Accepts secure in-app payments to avoid no-shows and unreliable buyers.</a:t>
            </a:r>
            <a:endParaRPr lang="en-US"/>
          </a:p>
          <a:p>
            <a:r>
              <a:rPr lang="en-US">
                <a:ea typeface="+mn-lt"/>
                <a:cs typeface="+mn-lt"/>
              </a:rPr>
              <a:t>Over the next few days, sells her couch and treadmill  smoothly</a:t>
            </a:r>
            <a:endParaRPr lang="en-US"/>
          </a:p>
          <a:p>
            <a:r>
              <a:rPr lang="en-US">
                <a:ea typeface="+mn-lt"/>
                <a:cs typeface="+mn-lt"/>
              </a:rPr>
              <a:t>Feels relieved not having to transport unnecessary belongings</a:t>
            </a:r>
            <a:endParaRPr lang="en-US"/>
          </a:p>
          <a:p>
            <a:r>
              <a:rPr lang="en-US">
                <a:ea typeface="+mn-lt"/>
                <a:cs typeface="+mn-lt"/>
              </a:rPr>
              <a:t>Uses extra cash to cover moving expenses and the cost for her new place in Denver</a:t>
            </a:r>
            <a:endParaRPr lang="en-US"/>
          </a:p>
          <a:p>
            <a:r>
              <a:rPr lang="en-US">
                <a:ea typeface="+mn-lt"/>
                <a:cs typeface="+mn-lt"/>
              </a:rPr>
              <a:t>Gains confidence that she can repeat this process every time she relocates</a:t>
            </a:r>
            <a:endParaRPr lang="en-US"/>
          </a:p>
          <a:p>
            <a:endParaRPr lang="en-US"/>
          </a:p>
        </p:txBody>
      </p:sp>
    </p:spTree>
    <p:extLst>
      <p:ext uri="{BB962C8B-B14F-4D97-AF65-F5344CB8AC3E}">
        <p14:creationId xmlns:p14="http://schemas.microsoft.com/office/powerpoint/2010/main" val="21360573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2A678-583F-2046-8274-F1A0095B3CBA}"/>
              </a:ext>
            </a:extLst>
          </p:cNvPr>
          <p:cNvSpPr>
            <a:spLocks noGrp="1"/>
          </p:cNvSpPr>
          <p:nvPr>
            <p:ph type="title"/>
          </p:nvPr>
        </p:nvSpPr>
        <p:spPr/>
        <p:txBody>
          <a:bodyPr/>
          <a:lstStyle/>
          <a:p>
            <a:r>
              <a:rPr lang="en-US"/>
              <a:t>Features</a:t>
            </a:r>
          </a:p>
        </p:txBody>
      </p:sp>
      <p:sp>
        <p:nvSpPr>
          <p:cNvPr id="3" name="Content Placeholder 2">
            <a:extLst>
              <a:ext uri="{FF2B5EF4-FFF2-40B4-BE49-F238E27FC236}">
                <a16:creationId xmlns:a16="http://schemas.microsoft.com/office/drawing/2014/main" id="{6B362D03-7BE5-B8F7-0F34-0CE4B39C5E2D}"/>
              </a:ext>
            </a:extLst>
          </p:cNvPr>
          <p:cNvSpPr>
            <a:spLocks noGrp="1"/>
          </p:cNvSpPr>
          <p:nvPr>
            <p:ph idx="1"/>
          </p:nvPr>
        </p:nvSpPr>
        <p:spPr/>
        <p:txBody>
          <a:bodyPr vert="horz" lIns="91440" tIns="45720" rIns="91440" bIns="45720" rtlCol="0" anchor="t">
            <a:normAutofit fontScale="92500" lnSpcReduction="20000"/>
          </a:bodyPr>
          <a:lstStyle/>
          <a:p>
            <a:pPr marL="0" indent="0">
              <a:buNone/>
            </a:pPr>
            <a:r>
              <a:rPr lang="en-US" b="1">
                <a:solidFill>
                  <a:srgbClr val="000000"/>
                </a:solidFill>
              </a:rPr>
              <a:t>User Login</a:t>
            </a:r>
          </a:p>
          <a:p>
            <a:pPr marL="0" indent="0">
              <a:buNone/>
            </a:pPr>
            <a:r>
              <a:rPr lang="en-US" b="1"/>
              <a:t>Input</a:t>
            </a:r>
            <a:r>
              <a:rPr lang="en-US"/>
              <a:t>: Login credentials.</a:t>
            </a:r>
          </a:p>
          <a:p>
            <a:pPr marL="0" indent="0">
              <a:buNone/>
            </a:pPr>
            <a:r>
              <a:rPr lang="en-US" b="1"/>
              <a:t>Activation</a:t>
            </a:r>
            <a:r>
              <a:rPr lang="en-US"/>
              <a:t>: Clicking the "Login" button.</a:t>
            </a:r>
          </a:p>
          <a:p>
            <a:pPr marL="0" indent="0">
              <a:buNone/>
            </a:pPr>
            <a:r>
              <a:rPr lang="en-US" b="1"/>
              <a:t>Action</a:t>
            </a:r>
            <a:r>
              <a:rPr lang="en-US"/>
              <a:t>: Authenticates the user's credentials.</a:t>
            </a:r>
          </a:p>
          <a:p>
            <a:pPr marL="0" indent="0">
              <a:buNone/>
            </a:pPr>
            <a:r>
              <a:rPr lang="en-US" b="1"/>
              <a:t>Output</a:t>
            </a:r>
            <a:r>
              <a:rPr lang="en-US"/>
              <a:t>: The user is signed in and sees their dashboard.</a:t>
            </a:r>
            <a:br>
              <a:rPr lang="en-US"/>
            </a:br>
            <a:endParaRPr lang="en-US"/>
          </a:p>
          <a:p>
            <a:pPr>
              <a:buNone/>
            </a:pPr>
            <a:r>
              <a:rPr lang="en-US" b="1">
                <a:solidFill>
                  <a:srgbClr val="000000"/>
                </a:solidFill>
              </a:rPr>
              <a:t>Create Item Listing</a:t>
            </a:r>
          </a:p>
          <a:p>
            <a:pPr marL="0" indent="0">
              <a:buNone/>
            </a:pPr>
            <a:r>
              <a:rPr lang="en-US" b="1"/>
              <a:t>Input</a:t>
            </a:r>
            <a:r>
              <a:rPr lang="en-US"/>
              <a:t>: Item details (name, photo, price, etc.).</a:t>
            </a:r>
          </a:p>
          <a:p>
            <a:pPr marL="0" indent="0">
              <a:buNone/>
            </a:pPr>
            <a:r>
              <a:rPr lang="en-US" b="1"/>
              <a:t>Activation</a:t>
            </a:r>
            <a:r>
              <a:rPr lang="en-US"/>
              <a:t>: Submitting the "New Item" form.</a:t>
            </a:r>
          </a:p>
          <a:p>
            <a:pPr marL="0" indent="0">
              <a:buNone/>
            </a:pPr>
            <a:r>
              <a:rPr lang="en-US" b="1"/>
              <a:t>Action</a:t>
            </a:r>
            <a:r>
              <a:rPr lang="en-US"/>
              <a:t>: Validates and saves the new item to the marketplace.</a:t>
            </a:r>
          </a:p>
          <a:p>
            <a:pPr marL="0" indent="0">
              <a:buNone/>
            </a:pPr>
            <a:r>
              <a:rPr lang="en-US" b="1"/>
              <a:t>Output</a:t>
            </a:r>
            <a:r>
              <a:rPr lang="en-US"/>
              <a:t>: A confirmation message is shown and the item is live.</a:t>
            </a:r>
          </a:p>
        </p:txBody>
      </p:sp>
    </p:spTree>
    <p:extLst>
      <p:ext uri="{BB962C8B-B14F-4D97-AF65-F5344CB8AC3E}">
        <p14:creationId xmlns:p14="http://schemas.microsoft.com/office/powerpoint/2010/main" val="23150664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19EE9-C3F6-2A4A-8979-C4DF6A521DBB}"/>
              </a:ext>
            </a:extLst>
          </p:cNvPr>
          <p:cNvSpPr>
            <a:spLocks noGrp="1"/>
          </p:cNvSpPr>
          <p:nvPr>
            <p:ph type="title"/>
          </p:nvPr>
        </p:nvSpPr>
        <p:spPr/>
        <p:txBody>
          <a:bodyPr/>
          <a:lstStyle/>
          <a:p>
            <a:r>
              <a:rPr lang="en-US"/>
              <a:t>Features</a:t>
            </a:r>
          </a:p>
        </p:txBody>
      </p:sp>
      <p:sp>
        <p:nvSpPr>
          <p:cNvPr id="3" name="Content Placeholder 2">
            <a:extLst>
              <a:ext uri="{FF2B5EF4-FFF2-40B4-BE49-F238E27FC236}">
                <a16:creationId xmlns:a16="http://schemas.microsoft.com/office/drawing/2014/main" id="{AD24A34B-53B1-214E-4963-F5A87BAC6176}"/>
              </a:ext>
            </a:extLst>
          </p:cNvPr>
          <p:cNvSpPr>
            <a:spLocks noGrp="1"/>
          </p:cNvSpPr>
          <p:nvPr>
            <p:ph idx="1"/>
          </p:nvPr>
        </p:nvSpPr>
        <p:spPr/>
        <p:txBody>
          <a:bodyPr vert="horz" lIns="91440" tIns="45720" rIns="91440" bIns="45720" rtlCol="0" anchor="t">
            <a:normAutofit fontScale="92500" lnSpcReduction="20000"/>
          </a:bodyPr>
          <a:lstStyle/>
          <a:p>
            <a:pPr marL="0" indent="0">
              <a:buNone/>
            </a:pPr>
            <a:r>
              <a:rPr lang="en-US" b="1"/>
              <a:t>Price Suggestion</a:t>
            </a:r>
            <a:endParaRPr lang="en-US"/>
          </a:p>
          <a:p>
            <a:pPr marL="0" indent="0">
              <a:buNone/>
            </a:pPr>
            <a:r>
              <a:rPr lang="en-US" b="1">
                <a:ea typeface="+mn-lt"/>
                <a:cs typeface="+mn-lt"/>
              </a:rPr>
              <a:t>Input</a:t>
            </a:r>
            <a:r>
              <a:rPr lang="en-US">
                <a:ea typeface="+mn-lt"/>
                <a:cs typeface="+mn-lt"/>
              </a:rPr>
              <a:t>: The item's name and category.</a:t>
            </a:r>
            <a:endParaRPr lang="en-US"/>
          </a:p>
          <a:p>
            <a:pPr marL="0" indent="0">
              <a:buNone/>
            </a:pPr>
            <a:r>
              <a:rPr lang="en-US" b="1">
                <a:ea typeface="+mn-lt"/>
                <a:cs typeface="+mn-lt"/>
              </a:rPr>
              <a:t>Activation</a:t>
            </a:r>
            <a:r>
              <a:rPr lang="en-US">
                <a:ea typeface="+mn-lt"/>
                <a:cs typeface="+mn-lt"/>
              </a:rPr>
              <a:t>: Clicking a "Suggest Price" button.</a:t>
            </a:r>
            <a:endParaRPr lang="en-US"/>
          </a:p>
          <a:p>
            <a:pPr marL="0" indent="0">
              <a:buNone/>
            </a:pPr>
            <a:r>
              <a:rPr lang="en-US" b="1">
                <a:ea typeface="+mn-lt"/>
                <a:cs typeface="+mn-lt"/>
              </a:rPr>
              <a:t>Action</a:t>
            </a:r>
            <a:r>
              <a:rPr lang="en-US">
                <a:ea typeface="+mn-lt"/>
                <a:cs typeface="+mn-lt"/>
              </a:rPr>
              <a:t>: Compares the item to similar sold listings.</a:t>
            </a:r>
            <a:endParaRPr lang="en-US"/>
          </a:p>
          <a:p>
            <a:pPr marL="0" indent="0">
              <a:buNone/>
            </a:pPr>
            <a:r>
              <a:rPr lang="en-US" b="1">
                <a:ea typeface="+mn-lt"/>
                <a:cs typeface="+mn-lt"/>
              </a:rPr>
              <a:t>Output</a:t>
            </a:r>
            <a:r>
              <a:rPr lang="en-US">
                <a:ea typeface="+mn-lt"/>
                <a:cs typeface="+mn-lt"/>
              </a:rPr>
              <a:t>: Displays a suggested price range to the seller.</a:t>
            </a:r>
            <a:endParaRPr lang="en-US"/>
          </a:p>
          <a:p>
            <a:pPr marL="0" indent="0">
              <a:buNone/>
            </a:pPr>
            <a:endParaRPr lang="en-US"/>
          </a:p>
          <a:p>
            <a:pPr marL="0" indent="0">
              <a:buNone/>
            </a:pPr>
            <a:r>
              <a:rPr lang="en-US" b="1"/>
              <a:t>Search and Filter Items</a:t>
            </a:r>
            <a:endParaRPr lang="en-US"/>
          </a:p>
          <a:p>
            <a:pPr marL="0" indent="0">
              <a:buNone/>
            </a:pPr>
            <a:r>
              <a:rPr lang="en-US" b="1">
                <a:ea typeface="+mn-lt"/>
                <a:cs typeface="+mn-lt"/>
              </a:rPr>
              <a:t>Input</a:t>
            </a:r>
            <a:r>
              <a:rPr lang="en-US">
                <a:ea typeface="+mn-lt"/>
                <a:cs typeface="+mn-lt"/>
              </a:rPr>
              <a:t>: User's search terms and selected filters.</a:t>
            </a:r>
            <a:endParaRPr lang="en-US"/>
          </a:p>
          <a:p>
            <a:pPr marL="0" indent="0">
              <a:buNone/>
            </a:pPr>
            <a:r>
              <a:rPr lang="en-US" b="1">
                <a:ea typeface="+mn-lt"/>
                <a:cs typeface="+mn-lt"/>
              </a:rPr>
              <a:t>Activation</a:t>
            </a:r>
            <a:r>
              <a:rPr lang="en-US">
                <a:ea typeface="+mn-lt"/>
                <a:cs typeface="+mn-lt"/>
              </a:rPr>
              <a:t>: Submitting a search or applying a filter.</a:t>
            </a:r>
            <a:endParaRPr lang="en-US"/>
          </a:p>
          <a:p>
            <a:pPr marL="0" indent="0">
              <a:buNone/>
            </a:pPr>
            <a:r>
              <a:rPr lang="en-US" b="1">
                <a:ea typeface="+mn-lt"/>
                <a:cs typeface="+mn-lt"/>
              </a:rPr>
              <a:t>Action</a:t>
            </a:r>
            <a:r>
              <a:rPr lang="en-US">
                <a:ea typeface="+mn-lt"/>
                <a:cs typeface="+mn-lt"/>
              </a:rPr>
              <a:t>: Finds all items that match the criteria.</a:t>
            </a:r>
            <a:endParaRPr lang="en-US"/>
          </a:p>
          <a:p>
            <a:pPr marL="0" indent="0">
              <a:buNone/>
            </a:pPr>
            <a:r>
              <a:rPr lang="en-US" b="1">
                <a:ea typeface="+mn-lt"/>
                <a:cs typeface="+mn-lt"/>
              </a:rPr>
              <a:t>Output</a:t>
            </a:r>
            <a:r>
              <a:rPr lang="en-US">
                <a:ea typeface="+mn-lt"/>
                <a:cs typeface="+mn-lt"/>
              </a:rPr>
              <a:t>: A list of matching items is displayed.</a:t>
            </a:r>
            <a:endParaRPr lang="en-US"/>
          </a:p>
          <a:p>
            <a:pPr marL="0" indent="0">
              <a:buNone/>
            </a:pPr>
            <a:endParaRPr lang="en-US"/>
          </a:p>
        </p:txBody>
      </p:sp>
    </p:spTree>
    <p:extLst>
      <p:ext uri="{BB962C8B-B14F-4D97-AF65-F5344CB8AC3E}">
        <p14:creationId xmlns:p14="http://schemas.microsoft.com/office/powerpoint/2010/main" val="26999959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52F7E-5DAB-69A9-B9E6-7C7C2EE4F000}"/>
              </a:ext>
            </a:extLst>
          </p:cNvPr>
          <p:cNvSpPr>
            <a:spLocks noGrp="1"/>
          </p:cNvSpPr>
          <p:nvPr>
            <p:ph type="title"/>
          </p:nvPr>
        </p:nvSpPr>
        <p:spPr/>
        <p:txBody>
          <a:bodyPr/>
          <a:lstStyle/>
          <a:p>
            <a:r>
              <a:rPr lang="en-US"/>
              <a:t>Features</a:t>
            </a:r>
          </a:p>
        </p:txBody>
      </p:sp>
      <p:sp>
        <p:nvSpPr>
          <p:cNvPr id="3" name="Content Placeholder 2">
            <a:extLst>
              <a:ext uri="{FF2B5EF4-FFF2-40B4-BE49-F238E27FC236}">
                <a16:creationId xmlns:a16="http://schemas.microsoft.com/office/drawing/2014/main" id="{029DCD88-4641-8430-8ADE-45F8DA016906}"/>
              </a:ext>
            </a:extLst>
          </p:cNvPr>
          <p:cNvSpPr>
            <a:spLocks noGrp="1"/>
          </p:cNvSpPr>
          <p:nvPr>
            <p:ph idx="1"/>
          </p:nvPr>
        </p:nvSpPr>
        <p:spPr/>
        <p:txBody>
          <a:bodyPr vert="horz" lIns="91440" tIns="45720" rIns="91440" bIns="45720" rtlCol="0" anchor="t">
            <a:normAutofit fontScale="92500" lnSpcReduction="20000"/>
          </a:bodyPr>
          <a:lstStyle/>
          <a:p>
            <a:pPr marL="0" indent="0">
              <a:buNone/>
            </a:pPr>
            <a:r>
              <a:rPr lang="en-US" b="1"/>
              <a:t>Secure Checkout Process</a:t>
            </a:r>
            <a:endParaRPr lang="en-US"/>
          </a:p>
          <a:p>
            <a:pPr marL="0" indent="0">
              <a:buNone/>
            </a:pPr>
            <a:r>
              <a:rPr lang="en-US" b="1">
                <a:ea typeface="+mn-lt"/>
                <a:cs typeface="+mn-lt"/>
              </a:rPr>
              <a:t>Input</a:t>
            </a:r>
            <a:r>
              <a:rPr lang="en-US">
                <a:ea typeface="+mn-lt"/>
                <a:cs typeface="+mn-lt"/>
              </a:rPr>
              <a:t>: The buyer's payment information.</a:t>
            </a:r>
          </a:p>
          <a:p>
            <a:pPr marL="0" indent="0">
              <a:buNone/>
            </a:pPr>
            <a:r>
              <a:rPr lang="en-US" b="1">
                <a:ea typeface="+mn-lt"/>
                <a:cs typeface="+mn-lt"/>
              </a:rPr>
              <a:t>Activation</a:t>
            </a:r>
            <a:r>
              <a:rPr lang="en-US">
                <a:ea typeface="+mn-lt"/>
                <a:cs typeface="+mn-lt"/>
              </a:rPr>
              <a:t>: Clicking the "Buy Now" button on an item.</a:t>
            </a:r>
            <a:endParaRPr lang="en-US"/>
          </a:p>
          <a:p>
            <a:pPr marL="0" indent="0">
              <a:buNone/>
            </a:pPr>
            <a:r>
              <a:rPr lang="en-US" b="1">
                <a:ea typeface="+mn-lt"/>
                <a:cs typeface="+mn-lt"/>
              </a:rPr>
              <a:t>Action</a:t>
            </a:r>
            <a:r>
              <a:rPr lang="en-US">
                <a:ea typeface="+mn-lt"/>
                <a:cs typeface="+mn-lt"/>
              </a:rPr>
              <a:t>: Processes the payment and marks the item as sold.</a:t>
            </a:r>
            <a:endParaRPr lang="en-US"/>
          </a:p>
          <a:p>
            <a:pPr marL="0" indent="0">
              <a:buNone/>
            </a:pPr>
            <a:r>
              <a:rPr lang="en-US" b="1">
                <a:ea typeface="+mn-lt"/>
                <a:cs typeface="+mn-lt"/>
              </a:rPr>
              <a:t>Output</a:t>
            </a:r>
            <a:r>
              <a:rPr lang="en-US">
                <a:ea typeface="+mn-lt"/>
                <a:cs typeface="+mn-lt"/>
              </a:rPr>
              <a:t>: A confirmation page is shown and a receipt is emailed.</a:t>
            </a:r>
            <a:endParaRPr lang="en-US"/>
          </a:p>
          <a:p>
            <a:pPr marL="0" indent="0">
              <a:buNone/>
            </a:pPr>
            <a:endParaRPr lang="en-US"/>
          </a:p>
          <a:p>
            <a:pPr marL="0" indent="0">
              <a:buNone/>
            </a:pPr>
            <a:r>
              <a:rPr lang="en-US" b="1"/>
              <a:t>User Profile Management</a:t>
            </a:r>
            <a:endParaRPr lang="en-US"/>
          </a:p>
          <a:p>
            <a:pPr marL="0" indent="0">
              <a:buNone/>
            </a:pPr>
            <a:r>
              <a:rPr lang="en-US" b="1">
                <a:ea typeface="+mn-lt"/>
                <a:cs typeface="+mn-lt"/>
              </a:rPr>
              <a:t>Input</a:t>
            </a:r>
            <a:r>
              <a:rPr lang="en-US">
                <a:ea typeface="+mn-lt"/>
                <a:cs typeface="+mn-lt"/>
              </a:rPr>
              <a:t>: New or updated user information.</a:t>
            </a:r>
            <a:endParaRPr lang="en-US"/>
          </a:p>
          <a:p>
            <a:pPr marL="0" indent="0">
              <a:buNone/>
            </a:pPr>
            <a:r>
              <a:rPr lang="en-US" b="1">
                <a:ea typeface="+mn-lt"/>
                <a:cs typeface="+mn-lt"/>
              </a:rPr>
              <a:t>Activation</a:t>
            </a:r>
            <a:r>
              <a:rPr lang="en-US">
                <a:ea typeface="+mn-lt"/>
                <a:cs typeface="+mn-lt"/>
              </a:rPr>
              <a:t>: Clicking "Save Changes" on the profile page.</a:t>
            </a:r>
            <a:endParaRPr lang="en-US"/>
          </a:p>
          <a:p>
            <a:pPr marL="0" indent="0">
              <a:buNone/>
            </a:pPr>
            <a:r>
              <a:rPr lang="en-US" b="1">
                <a:ea typeface="+mn-lt"/>
                <a:cs typeface="+mn-lt"/>
              </a:rPr>
              <a:t>Action</a:t>
            </a:r>
            <a:r>
              <a:rPr lang="en-US">
                <a:ea typeface="+mn-lt"/>
                <a:cs typeface="+mn-lt"/>
              </a:rPr>
              <a:t>: Saves the new details to the user's account.</a:t>
            </a:r>
            <a:endParaRPr lang="en-US"/>
          </a:p>
          <a:p>
            <a:pPr marL="0" indent="0">
              <a:buNone/>
            </a:pPr>
            <a:r>
              <a:rPr lang="en-US" b="1">
                <a:ea typeface="+mn-lt"/>
                <a:cs typeface="+mn-lt"/>
              </a:rPr>
              <a:t>Output</a:t>
            </a:r>
            <a:r>
              <a:rPr lang="en-US">
                <a:ea typeface="+mn-lt"/>
                <a:cs typeface="+mn-lt"/>
              </a:rPr>
              <a:t>: The user's profile is updated instantly.</a:t>
            </a:r>
            <a:endParaRPr lang="en-US"/>
          </a:p>
          <a:p>
            <a:pPr marL="0" indent="0">
              <a:buNone/>
            </a:pPr>
            <a:endParaRPr lang="en-US"/>
          </a:p>
        </p:txBody>
      </p:sp>
    </p:spTree>
    <p:extLst>
      <p:ext uri="{BB962C8B-B14F-4D97-AF65-F5344CB8AC3E}">
        <p14:creationId xmlns:p14="http://schemas.microsoft.com/office/powerpoint/2010/main" val="3109581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CAE4F-399B-1FAE-96C7-FDD49E532913}"/>
              </a:ext>
            </a:extLst>
          </p:cNvPr>
          <p:cNvSpPr>
            <a:spLocks noGrp="1"/>
          </p:cNvSpPr>
          <p:nvPr>
            <p:ph type="title"/>
          </p:nvPr>
        </p:nvSpPr>
        <p:spPr/>
        <p:txBody>
          <a:bodyPr/>
          <a:lstStyle/>
          <a:p>
            <a:r>
              <a:rPr lang="en-US"/>
              <a:t>Features</a:t>
            </a:r>
          </a:p>
        </p:txBody>
      </p:sp>
      <p:sp>
        <p:nvSpPr>
          <p:cNvPr id="3" name="Content Placeholder 2">
            <a:extLst>
              <a:ext uri="{FF2B5EF4-FFF2-40B4-BE49-F238E27FC236}">
                <a16:creationId xmlns:a16="http://schemas.microsoft.com/office/drawing/2014/main" id="{162CCA80-7A56-51A3-7FC1-B3496FADD13B}"/>
              </a:ext>
            </a:extLst>
          </p:cNvPr>
          <p:cNvSpPr>
            <a:spLocks noGrp="1"/>
          </p:cNvSpPr>
          <p:nvPr>
            <p:ph idx="1"/>
          </p:nvPr>
        </p:nvSpPr>
        <p:spPr/>
        <p:txBody>
          <a:bodyPr vert="horz" lIns="91440" tIns="45720" rIns="91440" bIns="45720" rtlCol="0" anchor="t">
            <a:normAutofit fontScale="92500" lnSpcReduction="20000"/>
          </a:bodyPr>
          <a:lstStyle/>
          <a:p>
            <a:pPr marL="0" indent="0">
              <a:buNone/>
            </a:pPr>
            <a:r>
              <a:rPr lang="en-US" b="1"/>
              <a:t>Pickup Scheduling</a:t>
            </a:r>
            <a:endParaRPr lang="en-US"/>
          </a:p>
          <a:p>
            <a:pPr marL="0" indent="0">
              <a:buNone/>
            </a:pPr>
            <a:r>
              <a:rPr lang="en-US" b="1">
                <a:ea typeface="+mn-lt"/>
                <a:cs typeface="+mn-lt"/>
              </a:rPr>
              <a:t>Input</a:t>
            </a:r>
            <a:r>
              <a:rPr lang="en-US">
                <a:ea typeface="+mn-lt"/>
                <a:cs typeface="+mn-lt"/>
              </a:rPr>
              <a:t>: Available pickup times from buyer and seller.</a:t>
            </a:r>
            <a:endParaRPr lang="en-US"/>
          </a:p>
          <a:p>
            <a:pPr marL="0" indent="0">
              <a:buNone/>
            </a:pPr>
            <a:r>
              <a:rPr lang="en-US" b="1">
                <a:ea typeface="+mn-lt"/>
                <a:cs typeface="+mn-lt"/>
              </a:rPr>
              <a:t>Activation</a:t>
            </a:r>
            <a:r>
              <a:rPr lang="en-US">
                <a:ea typeface="+mn-lt"/>
                <a:cs typeface="+mn-lt"/>
              </a:rPr>
              <a:t>: Clicking "Schedule Pickup" after a purchase.</a:t>
            </a:r>
            <a:endParaRPr lang="en-US"/>
          </a:p>
          <a:p>
            <a:pPr marL="0" indent="0">
              <a:buNone/>
            </a:pPr>
            <a:r>
              <a:rPr lang="en-US" b="1">
                <a:ea typeface="+mn-lt"/>
                <a:cs typeface="+mn-lt"/>
              </a:rPr>
              <a:t>Action</a:t>
            </a:r>
            <a:r>
              <a:rPr lang="en-US">
                <a:ea typeface="+mn-lt"/>
                <a:cs typeface="+mn-lt"/>
              </a:rPr>
              <a:t>: Records the mutually agreed-upon time.</a:t>
            </a:r>
            <a:endParaRPr lang="en-US"/>
          </a:p>
          <a:p>
            <a:pPr marL="0" indent="0">
              <a:buNone/>
            </a:pPr>
            <a:r>
              <a:rPr lang="en-US" b="1">
                <a:ea typeface="+mn-lt"/>
                <a:cs typeface="+mn-lt"/>
              </a:rPr>
              <a:t>Output</a:t>
            </a:r>
            <a:r>
              <a:rPr lang="en-US">
                <a:ea typeface="+mn-lt"/>
                <a:cs typeface="+mn-lt"/>
              </a:rPr>
              <a:t>: A confirmation is sent to both users.</a:t>
            </a:r>
            <a:endParaRPr lang="en-US"/>
          </a:p>
          <a:p>
            <a:pPr marL="0" indent="0">
              <a:buNone/>
            </a:pPr>
            <a:endParaRPr lang="en-US"/>
          </a:p>
          <a:p>
            <a:pPr marL="0" indent="0">
              <a:buNone/>
            </a:pPr>
            <a:r>
              <a:rPr lang="en-US" b="1"/>
              <a:t>Report and Dispute Resolution</a:t>
            </a:r>
            <a:endParaRPr lang="en-US"/>
          </a:p>
          <a:p>
            <a:pPr marL="0" indent="0">
              <a:buNone/>
            </a:pPr>
            <a:r>
              <a:rPr lang="en-US" b="1">
                <a:ea typeface="+mn-lt"/>
                <a:cs typeface="+mn-lt"/>
              </a:rPr>
              <a:t>Input</a:t>
            </a:r>
            <a:r>
              <a:rPr lang="en-US">
                <a:ea typeface="+mn-lt"/>
                <a:cs typeface="+mn-lt"/>
              </a:rPr>
              <a:t>: Details of a user report or transaction issue.</a:t>
            </a:r>
            <a:endParaRPr lang="en-US"/>
          </a:p>
          <a:p>
            <a:pPr marL="0" indent="0">
              <a:buNone/>
            </a:pPr>
            <a:r>
              <a:rPr lang="en-US" b="1">
                <a:ea typeface="+mn-lt"/>
                <a:cs typeface="+mn-lt"/>
              </a:rPr>
              <a:t>Activation</a:t>
            </a:r>
            <a:r>
              <a:rPr lang="en-US">
                <a:ea typeface="+mn-lt"/>
                <a:cs typeface="+mn-lt"/>
              </a:rPr>
              <a:t>: Clicking "Report User" or "Open Dispute".</a:t>
            </a:r>
            <a:endParaRPr lang="en-US"/>
          </a:p>
          <a:p>
            <a:pPr marL="0" indent="0">
              <a:buNone/>
            </a:pPr>
            <a:r>
              <a:rPr lang="en-US" b="1">
                <a:ea typeface="+mn-lt"/>
                <a:cs typeface="+mn-lt"/>
              </a:rPr>
              <a:t>Action</a:t>
            </a:r>
            <a:r>
              <a:rPr lang="en-US">
                <a:ea typeface="+mn-lt"/>
                <a:cs typeface="+mn-lt"/>
              </a:rPr>
              <a:t>: Creates a support ticket for admin review.</a:t>
            </a:r>
            <a:endParaRPr lang="en-US"/>
          </a:p>
          <a:p>
            <a:pPr marL="0" indent="0">
              <a:buNone/>
            </a:pPr>
            <a:r>
              <a:rPr lang="en-US" b="1">
                <a:ea typeface="+mn-lt"/>
                <a:cs typeface="+mn-lt"/>
              </a:rPr>
              <a:t>Output</a:t>
            </a:r>
            <a:r>
              <a:rPr lang="en-US">
                <a:ea typeface="+mn-lt"/>
                <a:cs typeface="+mn-lt"/>
              </a:rPr>
              <a:t>: The user receives a confirmation number for their case.</a:t>
            </a:r>
            <a:endParaRPr lang="en-US"/>
          </a:p>
        </p:txBody>
      </p:sp>
    </p:spTree>
    <p:extLst>
      <p:ext uri="{BB962C8B-B14F-4D97-AF65-F5344CB8AC3E}">
        <p14:creationId xmlns:p14="http://schemas.microsoft.com/office/powerpoint/2010/main" val="25134466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CD4D8-6999-9F57-4E95-47DBAA153FC7}"/>
              </a:ext>
            </a:extLst>
          </p:cNvPr>
          <p:cNvSpPr>
            <a:spLocks noGrp="1"/>
          </p:cNvSpPr>
          <p:nvPr>
            <p:ph type="title"/>
          </p:nvPr>
        </p:nvSpPr>
        <p:spPr/>
        <p:txBody>
          <a:bodyPr/>
          <a:lstStyle/>
          <a:p>
            <a:r>
              <a:rPr lang="en-US"/>
              <a:t>User Stories</a:t>
            </a:r>
          </a:p>
        </p:txBody>
      </p:sp>
      <p:sp>
        <p:nvSpPr>
          <p:cNvPr id="3" name="Content Placeholder 2">
            <a:extLst>
              <a:ext uri="{FF2B5EF4-FFF2-40B4-BE49-F238E27FC236}">
                <a16:creationId xmlns:a16="http://schemas.microsoft.com/office/drawing/2014/main" id="{D4DF116A-67BF-49A2-4DC6-F4ED6CE1FF6B}"/>
              </a:ext>
            </a:extLst>
          </p:cNvPr>
          <p:cNvSpPr>
            <a:spLocks noGrp="1"/>
          </p:cNvSpPr>
          <p:nvPr>
            <p:ph idx="1"/>
          </p:nvPr>
        </p:nvSpPr>
        <p:spPr/>
        <p:txBody>
          <a:bodyPr vert="horz" lIns="91440" tIns="45720" rIns="91440" bIns="45720" rtlCol="0" anchor="t">
            <a:normAutofit fontScale="85000" lnSpcReduction="10000"/>
          </a:bodyPr>
          <a:lstStyle/>
          <a:p>
            <a:pPr>
              <a:buFont typeface="Calibri" panose="020B0604020202020204" pitchFamily="34" charset="0"/>
              <a:buChar char="-"/>
            </a:pPr>
            <a:r>
              <a:rPr lang="en-US"/>
              <a:t>As a seller, I need to be able to take and upload pictures of my second-hand item</a:t>
            </a:r>
          </a:p>
          <a:p>
            <a:pPr>
              <a:buFont typeface="Calibri" panose="020B0604020202020204" pitchFamily="34" charset="0"/>
              <a:buChar char="-"/>
            </a:pPr>
            <a:r>
              <a:rPr lang="en-US"/>
              <a:t>As a seller, I need to be able to choose a convenient place for my buyer to pick up my item</a:t>
            </a:r>
          </a:p>
          <a:p>
            <a:pPr>
              <a:buFont typeface="Calibri" panose="020B0604020202020204" pitchFamily="34" charset="0"/>
              <a:buChar char="-"/>
            </a:pPr>
            <a:r>
              <a:rPr lang="en-US"/>
              <a:t>As a seller, I need to be able to choose a price for my second-hand item</a:t>
            </a:r>
          </a:p>
          <a:p>
            <a:pPr>
              <a:buFont typeface="Calibri" panose="020B0604020202020204" pitchFamily="34" charset="0"/>
              <a:buChar char="-"/>
            </a:pPr>
            <a:r>
              <a:rPr lang="en-US"/>
              <a:t>As a travel nurse, I need to quickly and efficiently sell my items before I start my job</a:t>
            </a:r>
          </a:p>
          <a:p>
            <a:pPr>
              <a:lnSpc>
                <a:spcPct val="100000"/>
              </a:lnSpc>
              <a:spcBef>
                <a:spcPts val="0"/>
              </a:spcBef>
              <a:buFont typeface="Calibri" panose="020B0604020202020204" pitchFamily="34" charset="0"/>
              <a:buChar char="-"/>
            </a:pPr>
            <a:r>
              <a:rPr lang="en-US" sz="1800"/>
              <a:t>As a travel nurse, I want to make sure that my buyers are serious about my items and do not back out last minute</a:t>
            </a:r>
          </a:p>
          <a:p>
            <a:pPr>
              <a:lnSpc>
                <a:spcPct val="100000"/>
              </a:lnSpc>
              <a:spcBef>
                <a:spcPts val="0"/>
              </a:spcBef>
              <a:buFont typeface="Calibri" panose="020B0604020202020204" pitchFamily="34" charset="0"/>
              <a:buChar char="-"/>
            </a:pPr>
            <a:r>
              <a:rPr lang="en-US" sz="1800"/>
              <a:t>As a travel nurse, I want my items to have large exposure so I can quickly seal the deal</a:t>
            </a:r>
            <a:endParaRPr lang="en-US"/>
          </a:p>
          <a:p>
            <a:pPr>
              <a:buFont typeface="Calibri" panose="020B0604020202020204" pitchFamily="34" charset="0"/>
              <a:buChar char="-"/>
            </a:pPr>
            <a:r>
              <a:rPr lang="en-US"/>
              <a:t>As a buyer, I need a search that returns relevant items</a:t>
            </a:r>
          </a:p>
          <a:p>
            <a:pPr>
              <a:buFont typeface="Calibri" panose="020B0604020202020204" pitchFamily="34" charset="0"/>
              <a:buChar char="-"/>
            </a:pPr>
            <a:r>
              <a:rPr lang="en-US"/>
              <a:t>As a buyer, I need the page to remember my billing details for easy checkout</a:t>
            </a:r>
          </a:p>
          <a:p>
            <a:pPr>
              <a:buFont typeface="Calibri" panose="020B0604020202020204" pitchFamily="34" charset="0"/>
              <a:buChar char="-"/>
            </a:pPr>
            <a:r>
              <a:rPr lang="en-US"/>
              <a:t>As a buyer, I need to sort results by price</a:t>
            </a:r>
          </a:p>
          <a:p>
            <a:pPr>
              <a:lnSpc>
                <a:spcPct val="100000"/>
              </a:lnSpc>
              <a:spcBef>
                <a:spcPts val="0"/>
              </a:spcBef>
            </a:pPr>
            <a:r>
              <a:rPr lang="en-US" sz="1800"/>
              <a:t>As a reseller, I want to receive an automatic price suggestions </a:t>
            </a:r>
            <a:r>
              <a:rPr lang="en-US" sz="1800" err="1"/>
              <a:t>basedon</a:t>
            </a:r>
            <a:r>
              <a:rPr lang="en-US" sz="1800"/>
              <a:t> similar items so I can price for maximum profit</a:t>
            </a:r>
          </a:p>
          <a:p>
            <a:pPr>
              <a:lnSpc>
                <a:spcPct val="100000"/>
              </a:lnSpc>
              <a:spcBef>
                <a:spcPts val="0"/>
              </a:spcBef>
            </a:pPr>
            <a:endParaRPr lang="en-US" sz="1800"/>
          </a:p>
          <a:p>
            <a:pPr>
              <a:lnSpc>
                <a:spcPct val="100000"/>
              </a:lnSpc>
              <a:spcBef>
                <a:spcPts val="0"/>
              </a:spcBef>
            </a:pPr>
            <a:r>
              <a:rPr lang="en-US" sz="1800"/>
              <a:t>As a reseller, I want users to be able to see all my items for sale</a:t>
            </a:r>
          </a:p>
          <a:p>
            <a:pPr>
              <a:lnSpc>
                <a:spcPct val="100000"/>
              </a:lnSpc>
              <a:spcBef>
                <a:spcPts val="0"/>
              </a:spcBef>
            </a:pPr>
            <a:endParaRPr lang="en-US" sz="1800"/>
          </a:p>
          <a:p>
            <a:pPr>
              <a:lnSpc>
                <a:spcPct val="100000"/>
              </a:lnSpc>
              <a:spcBef>
                <a:spcPts val="0"/>
              </a:spcBef>
            </a:pPr>
            <a:r>
              <a:rPr lang="en-US" sz="1800"/>
              <a:t>As a reseller, I want a lot of competing offers so I can get the most value for my items</a:t>
            </a:r>
            <a:endParaRPr lang="en-US"/>
          </a:p>
          <a:p>
            <a:pPr>
              <a:buFont typeface="Calibri" panose="020B0604020202020204" pitchFamily="34" charset="0"/>
              <a:buChar char="-"/>
            </a:pPr>
            <a:endParaRPr lang="en-US"/>
          </a:p>
          <a:p>
            <a:pPr>
              <a:buFont typeface="Calibri" panose="020B0604020202020204" pitchFamily="34" charset="0"/>
              <a:buChar char="-"/>
            </a:pPr>
            <a:endParaRPr lang="en-US"/>
          </a:p>
        </p:txBody>
      </p:sp>
    </p:spTree>
    <p:extLst>
      <p:ext uri="{BB962C8B-B14F-4D97-AF65-F5344CB8AC3E}">
        <p14:creationId xmlns:p14="http://schemas.microsoft.com/office/powerpoint/2010/main" val="18023300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03414-0F3B-D911-199E-85A9E4E1B948}"/>
              </a:ext>
            </a:extLst>
          </p:cNvPr>
          <p:cNvSpPr>
            <a:spLocks noGrp="1"/>
          </p:cNvSpPr>
          <p:nvPr>
            <p:ph type="title"/>
          </p:nvPr>
        </p:nvSpPr>
        <p:spPr/>
        <p:txBody>
          <a:bodyPr/>
          <a:lstStyle/>
          <a:p>
            <a:r>
              <a:rPr lang="en-US"/>
              <a:t>Requirements</a:t>
            </a:r>
          </a:p>
        </p:txBody>
      </p:sp>
      <p:sp>
        <p:nvSpPr>
          <p:cNvPr id="3" name="Content Placeholder 2">
            <a:extLst>
              <a:ext uri="{FF2B5EF4-FFF2-40B4-BE49-F238E27FC236}">
                <a16:creationId xmlns:a16="http://schemas.microsoft.com/office/drawing/2014/main" id="{BD7BF896-B6A5-F62B-240E-4F7B4A01B46B}"/>
              </a:ext>
            </a:extLst>
          </p:cNvPr>
          <p:cNvSpPr>
            <a:spLocks noGrp="1"/>
          </p:cNvSpPr>
          <p:nvPr>
            <p:ph idx="1"/>
          </p:nvPr>
        </p:nvSpPr>
        <p:spPr>
          <a:xfrm>
            <a:off x="612647" y="1148756"/>
            <a:ext cx="10653579" cy="5160604"/>
          </a:xfrm>
        </p:spPr>
        <p:txBody>
          <a:bodyPr vert="horz" lIns="91440" tIns="45720" rIns="91440" bIns="45720" rtlCol="0" anchor="t">
            <a:noAutofit/>
          </a:bodyPr>
          <a:lstStyle/>
          <a:p>
            <a:pPr marL="0" indent="0">
              <a:buNone/>
            </a:pPr>
            <a:r>
              <a:rPr lang="en-US" sz="1200" b="1">
                <a:latin typeface="Calibri"/>
                <a:ea typeface="Calibri"/>
                <a:cs typeface="Calibri"/>
              </a:rPr>
              <a:t>Functional Requirements</a:t>
            </a:r>
          </a:p>
          <a:p>
            <a:pPr>
              <a:buFont typeface="Arial"/>
              <a:buChar char="•"/>
            </a:pPr>
            <a:r>
              <a:rPr lang="en-US" sz="1200">
                <a:latin typeface="Calibri"/>
                <a:ea typeface="Calibri"/>
                <a:cs typeface="Calibri"/>
              </a:rPr>
              <a:t>Users must log in to access the app.</a:t>
            </a:r>
          </a:p>
          <a:p>
            <a:pPr>
              <a:buFont typeface="Arial"/>
              <a:buChar char="•"/>
            </a:pPr>
            <a:r>
              <a:rPr lang="en-US" sz="1200">
                <a:latin typeface="Calibri"/>
                <a:ea typeface="Calibri"/>
                <a:cs typeface="Calibri"/>
              </a:rPr>
              <a:t>Sellers can post items with a description, price, and photos.</a:t>
            </a:r>
          </a:p>
          <a:p>
            <a:pPr>
              <a:buFont typeface="Arial"/>
              <a:buChar char="•"/>
            </a:pPr>
            <a:r>
              <a:rPr lang="en-US" sz="1200">
                <a:latin typeface="Calibri"/>
                <a:ea typeface="Calibri"/>
                <a:cs typeface="Calibri"/>
              </a:rPr>
              <a:t>Buyers can browse all listings and submit a request form (with reason/budget) to show interest.</a:t>
            </a:r>
          </a:p>
          <a:p>
            <a:pPr>
              <a:buFont typeface="Arial"/>
              <a:buChar char="•"/>
            </a:pPr>
            <a:r>
              <a:rPr lang="en-US" sz="1200">
                <a:latin typeface="Calibri"/>
                <a:ea typeface="Calibri"/>
                <a:cs typeface="Calibri"/>
              </a:rPr>
              <a:t>Sellers can view all requests for their items and must approve one buyer to finalize the sale.</a:t>
            </a:r>
          </a:p>
          <a:p>
            <a:pPr>
              <a:buFont typeface="Arial"/>
              <a:buChar char="•"/>
            </a:pPr>
            <a:r>
              <a:rPr lang="en-US" sz="1200">
                <a:latin typeface="Calibri"/>
                <a:ea typeface="Calibri"/>
                <a:cs typeface="Calibri"/>
              </a:rPr>
              <a:t>The system must track and display request statuses (pending, approved, denied).</a:t>
            </a:r>
          </a:p>
          <a:p>
            <a:pPr>
              <a:buFont typeface="Arial"/>
              <a:buChar char="•"/>
            </a:pPr>
            <a:r>
              <a:rPr lang="en-US" sz="1200">
                <a:latin typeface="Calibri"/>
                <a:ea typeface="Calibri"/>
                <a:cs typeface="Calibri"/>
              </a:rPr>
              <a:t>A basic messaging or confirmation system must be available for sellers and approved buyers.</a:t>
            </a:r>
          </a:p>
          <a:p>
            <a:pPr marL="0" indent="0">
              <a:buNone/>
            </a:pPr>
            <a:r>
              <a:rPr lang="en-US" sz="1200" b="1">
                <a:latin typeface="Calibri"/>
                <a:ea typeface="Calibri"/>
                <a:cs typeface="Calibri"/>
              </a:rPr>
              <a:t>Non-Functional Requirements</a:t>
            </a:r>
          </a:p>
          <a:p>
            <a:pPr>
              <a:buFont typeface="Arial"/>
              <a:buChar char="•"/>
            </a:pPr>
            <a:r>
              <a:rPr lang="en-US" sz="1200">
                <a:latin typeface="Calibri"/>
                <a:ea typeface="Calibri"/>
                <a:cs typeface="Calibri"/>
              </a:rPr>
              <a:t>Security: All user input must be validated on the server.</a:t>
            </a:r>
          </a:p>
          <a:p>
            <a:pPr>
              <a:buFont typeface="Arial"/>
              <a:buChar char="•"/>
            </a:pPr>
            <a:r>
              <a:rPr lang="en-US" sz="1200">
                <a:latin typeface="Calibri"/>
                <a:ea typeface="Calibri"/>
                <a:cs typeface="Calibri"/>
              </a:rPr>
              <a:t>Performance: Main pages must load in under 3 seconds.</a:t>
            </a:r>
          </a:p>
          <a:p>
            <a:pPr>
              <a:buFont typeface="Arial"/>
              <a:buChar char="•"/>
            </a:pPr>
            <a:r>
              <a:rPr lang="en-US" sz="1200">
                <a:latin typeface="Calibri"/>
                <a:ea typeface="Calibri"/>
                <a:cs typeface="Calibri"/>
              </a:rPr>
              <a:t>Usability: The interface must be intuitive for new users.</a:t>
            </a:r>
          </a:p>
          <a:p>
            <a:pPr marL="0" indent="0">
              <a:buNone/>
            </a:pPr>
            <a:r>
              <a:rPr lang="en-US" sz="1200" b="1">
                <a:latin typeface="Calibri"/>
                <a:ea typeface="Calibri"/>
                <a:cs typeface="Calibri"/>
              </a:rPr>
              <a:t>Technical Requirements</a:t>
            </a:r>
          </a:p>
          <a:p>
            <a:pPr>
              <a:buFont typeface="Arial"/>
              <a:buChar char="•"/>
            </a:pPr>
            <a:r>
              <a:rPr lang="en-US" sz="1200">
                <a:latin typeface="Calibri"/>
                <a:ea typeface="Calibri"/>
                <a:cs typeface="Calibri"/>
              </a:rPr>
              <a:t>Tech Stack: Use a 3-tier architecture: React (frontend), Python Flask (backend), and SQLite (database).</a:t>
            </a:r>
          </a:p>
          <a:p>
            <a:pPr>
              <a:buFont typeface="Arial"/>
              <a:buChar char="•"/>
            </a:pPr>
            <a:r>
              <a:rPr lang="en-US" sz="1200">
                <a:latin typeface="Calibri"/>
                <a:ea typeface="Calibri"/>
                <a:cs typeface="Calibri"/>
              </a:rPr>
              <a:t>Deployment: Deploy the frontend and backend in separate Docker containers.</a:t>
            </a:r>
          </a:p>
          <a:p>
            <a:pPr>
              <a:buFont typeface="Arial"/>
              <a:buChar char="•"/>
            </a:pPr>
            <a:r>
              <a:rPr lang="en-US" sz="1200">
                <a:latin typeface="Calibri"/>
                <a:ea typeface="Calibri"/>
                <a:cs typeface="Calibri"/>
              </a:rPr>
              <a:t>Version Control: Use a private Git repository on git.uconn.edu.</a:t>
            </a:r>
          </a:p>
          <a:p>
            <a:pPr>
              <a:buFont typeface="Arial"/>
              <a:buChar char="•"/>
            </a:pPr>
            <a:r>
              <a:rPr lang="en-US" sz="1200">
                <a:latin typeface="Calibri"/>
                <a:ea typeface="Calibri"/>
                <a:cs typeface="Calibri"/>
              </a:rPr>
              <a:t>CI/CD: Use GitHub Actions to run automated unit tests on every merge to develop or main</a:t>
            </a:r>
          </a:p>
          <a:p>
            <a:pPr marL="0" indent="0">
              <a:buNone/>
            </a:pPr>
            <a:endParaRPr lang="en-US" sz="1200">
              <a:latin typeface="Calibri"/>
              <a:ea typeface="Calibri"/>
              <a:cs typeface="Calibri"/>
            </a:endParaRPr>
          </a:p>
        </p:txBody>
      </p:sp>
    </p:spTree>
    <p:extLst>
      <p:ext uri="{BB962C8B-B14F-4D97-AF65-F5344CB8AC3E}">
        <p14:creationId xmlns:p14="http://schemas.microsoft.com/office/powerpoint/2010/main" val="1863947955"/>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19</Slides>
  <Notes>0</Notes>
  <HiddenSlides>0</HiddenSlide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VanillaVTI</vt:lpstr>
      <vt:lpstr>SECOND HAND MARKET PLACE</vt:lpstr>
      <vt:lpstr>PowerPoint Presentation</vt:lpstr>
      <vt:lpstr>User Persona 1: Person Trying to Sell Items</vt:lpstr>
      <vt:lpstr>Scenario 1: Gladys Sells a Rocking Chair</vt:lpstr>
      <vt:lpstr>PowerPoint Presentation</vt:lpstr>
      <vt:lpstr>User Persona 2: Person who is trying to buy second-hand items</vt:lpstr>
      <vt:lpstr>Scenario 2: Carl buys a stylish, mid-century modern lamp</vt:lpstr>
      <vt:lpstr>PowerPoint Presentation</vt:lpstr>
      <vt:lpstr>User Persona 3: Reseller</vt:lpstr>
      <vt:lpstr>Scenario 3: Karen lists her reseller items on the marketplace</vt:lpstr>
      <vt:lpstr>PowerPoint Presentation</vt:lpstr>
      <vt:lpstr>User Persona 4:  Person wanting to declutter and give away items  </vt:lpstr>
      <vt:lpstr>Scenario 4: Anna lists 2 items on the marketplace </vt:lpstr>
      <vt:lpstr>Features</vt:lpstr>
      <vt:lpstr>Features</vt:lpstr>
      <vt:lpstr>Features</vt:lpstr>
      <vt:lpstr>Features</vt:lpstr>
      <vt:lpstr>User Stories</vt:lpstr>
      <vt:lpstr>Requirements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2025-09-29T19:45:26Z</dcterms:created>
  <dcterms:modified xsi:type="dcterms:W3CDTF">2025-09-29T20:37:49Z</dcterms:modified>
</cp:coreProperties>
</file>